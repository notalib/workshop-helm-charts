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  <p:sldMasterId id="2147483672" r:id="rId2"/>
    <p:sldMasterId id="2147483716" r:id="rId3"/>
    <p:sldMasterId id="2147483700" r:id="rId4"/>
  </p:sldMasterIdLst>
  <p:notesMasterIdLst>
    <p:notesMasterId r:id="rId22"/>
  </p:notesMasterIdLst>
  <p:sldIdLst>
    <p:sldId id="383" r:id="rId5"/>
    <p:sldId id="421" r:id="rId6"/>
    <p:sldId id="422" r:id="rId7"/>
    <p:sldId id="393" r:id="rId8"/>
    <p:sldId id="384" r:id="rId9"/>
    <p:sldId id="394" r:id="rId10"/>
    <p:sldId id="387" r:id="rId11"/>
    <p:sldId id="388" r:id="rId12"/>
    <p:sldId id="395" r:id="rId13"/>
    <p:sldId id="396" r:id="rId14"/>
    <p:sldId id="259" r:id="rId15"/>
    <p:sldId id="389" r:id="rId16"/>
    <p:sldId id="391" r:id="rId17"/>
    <p:sldId id="392" r:id="rId18"/>
    <p:sldId id="385" r:id="rId19"/>
    <p:sldId id="386" r:id="rId20"/>
    <p:sldId id="390" r:id="rId21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ECCB"/>
    <a:srgbClr val="383838"/>
    <a:srgbClr val="0074D9"/>
    <a:srgbClr val="BADDFD"/>
    <a:srgbClr val="BAD3FD"/>
    <a:srgbClr val="C54D02"/>
    <a:srgbClr val="4848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4" autoAdjust="0"/>
    <p:restoredTop sz="88562"/>
  </p:normalViewPr>
  <p:slideViewPr>
    <p:cSldViewPr snapToGrid="0">
      <p:cViewPr varScale="1">
        <p:scale>
          <a:sx n="143" d="100"/>
          <a:sy n="143" d="100"/>
        </p:scale>
        <p:origin x="304" y="192"/>
      </p:cViewPr>
      <p:guideLst/>
    </p:cSldViewPr>
  </p:slideViewPr>
  <p:outlineViewPr>
    <p:cViewPr>
      <p:scale>
        <a:sx n="33" d="100"/>
        <a:sy n="33" d="100"/>
      </p:scale>
      <p:origin x="0" y="-4752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08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6A1D7F-0C14-1C49-85DF-0AA522545D4E}" type="datetimeFigureOut">
              <a:t>12/08/2026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00365D-EE85-004B-9118-EED97F4871F7}" type="slidenum"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15308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387E5-455D-B866-5FF5-14094FF81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947102-1DB8-5A07-5FB5-58267CEE1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40C785-6CE2-DF13-6443-028844AC4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E4C6B-5EC9-4853-9EBF-E6E19FCEF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0365D-EE85-004B-9118-EED97F4871F7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83571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0365D-EE85-004B-9118-EED97F4871F7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68875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0365D-EE85-004B-9118-EED97F4871F7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161612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0365D-EE85-004B-9118-EED97F4871F7}" type="slidenum">
              <a:rPr lang="en-DK" smtClean="0"/>
              <a:t>13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30075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0365D-EE85-004B-9118-EED97F4871F7}" type="slidenum">
              <a:rPr lang="en-DK" smtClean="0"/>
              <a:t>14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7525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9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dsholder til tekst 15">
            <a:extLst>
              <a:ext uri="{FF2B5EF4-FFF2-40B4-BE49-F238E27FC236}">
                <a16:creationId xmlns:a16="http://schemas.microsoft.com/office/drawing/2014/main" id="{79E89324-3C73-5D42-BE9D-B19AC18AF9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4067" y="2164333"/>
            <a:ext cx="7566796" cy="2414552"/>
          </a:xfrm>
        </p:spPr>
        <p:txBody>
          <a:bodyPr anchor="t">
            <a:normAutofit/>
          </a:bodyPr>
          <a:lstStyle>
            <a:lvl1pPr marL="0" indent="0">
              <a:buNone/>
              <a:defRPr sz="6000" b="0" i="0">
                <a:solidFill>
                  <a:srgbClr val="38383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a-DK" dirty="0"/>
              <a:t>Det her er din præsentationstitel</a:t>
            </a:r>
          </a:p>
        </p:txBody>
      </p:sp>
      <p:sp>
        <p:nvSpPr>
          <p:cNvPr id="14" name="Pladsholder til tekst 13">
            <a:extLst>
              <a:ext uri="{FF2B5EF4-FFF2-40B4-BE49-F238E27FC236}">
                <a16:creationId xmlns:a16="http://schemas.microsoft.com/office/drawing/2014/main" id="{AACCE956-2A5F-894D-B523-8E004D090C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4242" y="5746282"/>
            <a:ext cx="8399876" cy="650879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rgbClr val="383838"/>
                </a:solidFill>
              </a:defRPr>
            </a:lvl1pPr>
          </a:lstStyle>
          <a:p>
            <a:pPr lvl="0"/>
            <a:r>
              <a:rPr lang="da-DK" dirty="0"/>
              <a:t>Mulighed for at skrive navn på konference, dato, kontaktoplysninger eller andet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5DC13D55-26AA-194A-A9CC-DAC262E2DE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4067" y="4578885"/>
            <a:ext cx="7566795" cy="546100"/>
          </a:xfrm>
        </p:spPr>
        <p:txBody>
          <a:bodyPr>
            <a:normAutofit/>
          </a:bodyPr>
          <a:lstStyle>
            <a:lvl1pPr marL="0" indent="0">
              <a:buNone/>
              <a:defRPr sz="2200" b="0" i="0">
                <a:solidFill>
                  <a:srgbClr val="C54D0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da-DK" dirty="0"/>
              <a:t>Eventuel undertitel. Juster så placering er lige under titel.</a:t>
            </a:r>
          </a:p>
        </p:txBody>
      </p:sp>
    </p:spTree>
    <p:extLst>
      <p:ext uri="{BB962C8B-B14F-4D97-AF65-F5344CB8AC3E}">
        <p14:creationId xmlns:p14="http://schemas.microsoft.com/office/powerpoint/2010/main" val="3482558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tning med kontaktoplysning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dsholder til tekst 15">
            <a:extLst>
              <a:ext uri="{FF2B5EF4-FFF2-40B4-BE49-F238E27FC236}">
                <a16:creationId xmlns:a16="http://schemas.microsoft.com/office/drawing/2014/main" id="{BCDD0D7E-0893-B447-9062-E8E18D5721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00767" y="2240217"/>
            <a:ext cx="7842063" cy="709088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>
                <a:solidFill>
                  <a:srgbClr val="383838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da-DK" dirty="0"/>
              <a:t>Overskrift</a:t>
            </a:r>
          </a:p>
        </p:txBody>
      </p:sp>
      <p:sp>
        <p:nvSpPr>
          <p:cNvPr id="14" name="Pladsholder til tekst 15">
            <a:extLst>
              <a:ext uri="{FF2B5EF4-FFF2-40B4-BE49-F238E27FC236}">
                <a16:creationId xmlns:a16="http://schemas.microsoft.com/office/drawing/2014/main" id="{AF19DC69-DA7D-7845-B2E6-BAC10F0B3A1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00767" y="3227880"/>
            <a:ext cx="7842063" cy="819693"/>
          </a:xfrm>
        </p:spPr>
        <p:txBody>
          <a:bodyPr>
            <a:normAutofit/>
          </a:bodyPr>
          <a:lstStyle>
            <a:lvl1pPr marL="0" indent="0" algn="ctr">
              <a:buNone/>
              <a:defRPr sz="3200" b="0" i="0">
                <a:solidFill>
                  <a:srgbClr val="C54D0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da-DK" dirty="0"/>
              <a:t>Eventuel ekstra tekst</a:t>
            </a:r>
          </a:p>
        </p:txBody>
      </p:sp>
      <p:sp>
        <p:nvSpPr>
          <p:cNvPr id="6" name="Pladsholder til tekst 13">
            <a:extLst>
              <a:ext uri="{FF2B5EF4-FFF2-40B4-BE49-F238E27FC236}">
                <a16:creationId xmlns:a16="http://schemas.microsoft.com/office/drawing/2014/main" id="{FFE2CBBA-EE55-5340-9EE8-F1C78211506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4242" y="4462670"/>
            <a:ext cx="8788967" cy="1934491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rgbClr val="383838"/>
                </a:solidFill>
              </a:defRPr>
            </a:lvl1pPr>
          </a:lstStyle>
          <a:p>
            <a:pPr lvl="0"/>
            <a:r>
              <a:rPr lang="da-DK" dirty="0"/>
              <a:t>Felt til kontaktoplysninger: navn(e) og e-mail</a:t>
            </a:r>
          </a:p>
          <a:p>
            <a:pPr lvl="0"/>
            <a:r>
              <a:rPr lang="da-DK" dirty="0"/>
              <a:t>Link til hjemmeside kan også skrives her</a:t>
            </a:r>
          </a:p>
        </p:txBody>
      </p:sp>
    </p:spTree>
    <p:extLst>
      <p:ext uri="{BB962C8B-B14F-4D97-AF65-F5344CB8AC3E}">
        <p14:creationId xmlns:p14="http://schemas.microsoft.com/office/powerpoint/2010/main" val="567759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tning med kontaktoplysning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dsholder til tekst 15">
            <a:extLst>
              <a:ext uri="{FF2B5EF4-FFF2-40B4-BE49-F238E27FC236}">
                <a16:creationId xmlns:a16="http://schemas.microsoft.com/office/drawing/2014/main" id="{79E89324-3C73-5D42-BE9D-B19AC18AF9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00767" y="2240217"/>
            <a:ext cx="7842063" cy="709088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>
                <a:solidFill>
                  <a:srgbClr val="383838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da-DK" dirty="0"/>
              <a:t>Overskrift</a:t>
            </a:r>
          </a:p>
        </p:txBody>
      </p:sp>
      <p:sp>
        <p:nvSpPr>
          <p:cNvPr id="13" name="Pladsholder til tekst 3">
            <a:extLst>
              <a:ext uri="{FF2B5EF4-FFF2-40B4-BE49-F238E27FC236}">
                <a16:creationId xmlns:a16="http://schemas.microsoft.com/office/drawing/2014/main" id="{1227FE44-4C96-014C-911F-80ABFE5C967A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1318397" y="4697030"/>
            <a:ext cx="3766841" cy="310958"/>
          </a:xfrm>
        </p:spPr>
        <p:txBody>
          <a:bodyPr/>
          <a:lstStyle>
            <a:lvl1pPr marL="0" indent="0">
              <a:buNone/>
              <a:defRPr sz="1600">
                <a:solidFill>
                  <a:srgbClr val="383838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 dirty="0"/>
              <a:t>Navn</a:t>
            </a:r>
          </a:p>
        </p:txBody>
      </p:sp>
      <p:sp>
        <p:nvSpPr>
          <p:cNvPr id="15" name="Pladsholder til tekst 3">
            <a:extLst>
              <a:ext uri="{FF2B5EF4-FFF2-40B4-BE49-F238E27FC236}">
                <a16:creationId xmlns:a16="http://schemas.microsoft.com/office/drawing/2014/main" id="{9092AF7F-B453-5843-82CB-55333C96E4C1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1318397" y="5264273"/>
            <a:ext cx="3766841" cy="310958"/>
          </a:xfrm>
        </p:spPr>
        <p:txBody>
          <a:bodyPr/>
          <a:lstStyle>
            <a:lvl1pPr marL="0" indent="0">
              <a:buNone/>
              <a:defRPr sz="1600">
                <a:solidFill>
                  <a:srgbClr val="383838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 dirty="0"/>
              <a:t>E-mail</a:t>
            </a:r>
          </a:p>
        </p:txBody>
      </p:sp>
      <p:sp>
        <p:nvSpPr>
          <p:cNvPr id="17" name="Pladsholder til tekst 3">
            <a:extLst>
              <a:ext uri="{FF2B5EF4-FFF2-40B4-BE49-F238E27FC236}">
                <a16:creationId xmlns:a16="http://schemas.microsoft.com/office/drawing/2014/main" id="{256BDD84-A623-0F4E-BAB3-43FBA6102E65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1318397" y="5814862"/>
            <a:ext cx="3766841" cy="310958"/>
          </a:xfrm>
        </p:spPr>
        <p:txBody>
          <a:bodyPr/>
          <a:lstStyle>
            <a:lvl1pPr marL="0" indent="0">
              <a:buNone/>
              <a:defRPr sz="1600">
                <a:solidFill>
                  <a:srgbClr val="383838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 dirty="0"/>
              <a:t>Hjemmeside link</a:t>
            </a:r>
          </a:p>
        </p:txBody>
      </p:sp>
      <p:pic>
        <p:nvPicPr>
          <p:cNvPr id="40" name="Billede 39">
            <a:extLst>
              <a:ext uri="{FF2B5EF4-FFF2-40B4-BE49-F238E27FC236}">
                <a16:creationId xmlns:a16="http://schemas.microsoft.com/office/drawing/2014/main" id="{0D9C1A9F-1FDB-6A40-96CD-3F6B16366E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121" y="5191667"/>
            <a:ext cx="533707" cy="476669"/>
          </a:xfrm>
          <a:prstGeom prst="rect">
            <a:avLst/>
          </a:prstGeom>
        </p:spPr>
      </p:pic>
      <p:pic>
        <p:nvPicPr>
          <p:cNvPr id="41" name="Billede 40">
            <a:extLst>
              <a:ext uri="{FF2B5EF4-FFF2-40B4-BE49-F238E27FC236}">
                <a16:creationId xmlns:a16="http://schemas.microsoft.com/office/drawing/2014/main" id="{45F7664B-03FA-B242-A625-BC2E9190B1C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121" y="5730400"/>
            <a:ext cx="533707" cy="476670"/>
          </a:xfrm>
          <a:prstGeom prst="rect">
            <a:avLst/>
          </a:prstGeom>
        </p:spPr>
      </p:pic>
      <p:sp>
        <p:nvSpPr>
          <p:cNvPr id="14" name="Pladsholder til tekst 15">
            <a:extLst>
              <a:ext uri="{FF2B5EF4-FFF2-40B4-BE49-F238E27FC236}">
                <a16:creationId xmlns:a16="http://schemas.microsoft.com/office/drawing/2014/main" id="{545D479B-0132-594F-9C4B-BC439691918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00767" y="3227880"/>
            <a:ext cx="7842063" cy="819693"/>
          </a:xfrm>
        </p:spPr>
        <p:txBody>
          <a:bodyPr>
            <a:normAutofit/>
          </a:bodyPr>
          <a:lstStyle>
            <a:lvl1pPr marL="0" indent="0" algn="ctr">
              <a:buNone/>
              <a:defRPr sz="3200" b="0" i="0">
                <a:solidFill>
                  <a:srgbClr val="C54D0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da-DK" dirty="0"/>
              <a:t>Eventuel ekstra tekst</a:t>
            </a:r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D820F520-89BA-4345-86D9-2313FB341E7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477" y="4509187"/>
            <a:ext cx="824402" cy="68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12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tning med kontaktoplysning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dsholder til tekst 3">
            <a:extLst>
              <a:ext uri="{FF2B5EF4-FFF2-40B4-BE49-F238E27FC236}">
                <a16:creationId xmlns:a16="http://schemas.microsoft.com/office/drawing/2014/main" id="{81F8144E-003A-5A44-A73E-D4F0EB99F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8244" y="4187378"/>
            <a:ext cx="3766841" cy="310958"/>
          </a:xfrm>
        </p:spPr>
        <p:txBody>
          <a:bodyPr/>
          <a:lstStyle>
            <a:lvl1pPr marL="0" indent="0">
              <a:buNone/>
              <a:defRPr sz="1600">
                <a:solidFill>
                  <a:srgbClr val="383838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 dirty="0"/>
              <a:t>Rediger</a:t>
            </a:r>
          </a:p>
        </p:txBody>
      </p:sp>
      <p:sp>
        <p:nvSpPr>
          <p:cNvPr id="13" name="Pladsholder til tekst 3">
            <a:extLst>
              <a:ext uri="{FF2B5EF4-FFF2-40B4-BE49-F238E27FC236}">
                <a16:creationId xmlns:a16="http://schemas.microsoft.com/office/drawing/2014/main" id="{1227FE44-4C96-014C-911F-80ABFE5C967A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1388244" y="4745838"/>
            <a:ext cx="3766841" cy="310958"/>
          </a:xfrm>
        </p:spPr>
        <p:txBody>
          <a:bodyPr/>
          <a:lstStyle>
            <a:lvl1pPr marL="0" indent="0">
              <a:buNone/>
              <a:defRPr sz="1600">
                <a:solidFill>
                  <a:srgbClr val="383838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 dirty="0"/>
              <a:t>Rediger</a:t>
            </a:r>
          </a:p>
        </p:txBody>
      </p:sp>
      <p:sp>
        <p:nvSpPr>
          <p:cNvPr id="15" name="Pladsholder til tekst 3">
            <a:extLst>
              <a:ext uri="{FF2B5EF4-FFF2-40B4-BE49-F238E27FC236}">
                <a16:creationId xmlns:a16="http://schemas.microsoft.com/office/drawing/2014/main" id="{9092AF7F-B453-5843-82CB-55333C96E4C1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388244" y="5313081"/>
            <a:ext cx="3766841" cy="310958"/>
          </a:xfrm>
        </p:spPr>
        <p:txBody>
          <a:bodyPr/>
          <a:lstStyle>
            <a:lvl1pPr marL="0" indent="0">
              <a:buNone/>
              <a:defRPr sz="1600">
                <a:solidFill>
                  <a:srgbClr val="383838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 dirty="0"/>
              <a:t>Rediger</a:t>
            </a:r>
          </a:p>
        </p:txBody>
      </p:sp>
      <p:sp>
        <p:nvSpPr>
          <p:cNvPr id="17" name="Pladsholder til tekst 3">
            <a:extLst>
              <a:ext uri="{FF2B5EF4-FFF2-40B4-BE49-F238E27FC236}">
                <a16:creationId xmlns:a16="http://schemas.microsoft.com/office/drawing/2014/main" id="{256BDD84-A623-0F4E-BAB3-43FBA6102E65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1388244" y="5863670"/>
            <a:ext cx="3766841" cy="310958"/>
          </a:xfrm>
        </p:spPr>
        <p:txBody>
          <a:bodyPr/>
          <a:lstStyle>
            <a:lvl1pPr marL="0" indent="0">
              <a:buNone/>
              <a:defRPr sz="1600">
                <a:solidFill>
                  <a:srgbClr val="383838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 dirty="0"/>
              <a:t>Rediger</a:t>
            </a:r>
          </a:p>
        </p:txBody>
      </p:sp>
      <p:pic>
        <p:nvPicPr>
          <p:cNvPr id="38" name="Billede 37">
            <a:extLst>
              <a:ext uri="{FF2B5EF4-FFF2-40B4-BE49-F238E27FC236}">
                <a16:creationId xmlns:a16="http://schemas.microsoft.com/office/drawing/2014/main" id="{7B68B950-1C70-5549-AC2D-CA7AD3C8FF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743" y="4172710"/>
            <a:ext cx="424966" cy="379550"/>
          </a:xfrm>
          <a:prstGeom prst="rect">
            <a:avLst/>
          </a:prstGeom>
        </p:spPr>
      </p:pic>
      <p:pic>
        <p:nvPicPr>
          <p:cNvPr id="39" name="Billede 38">
            <a:extLst>
              <a:ext uri="{FF2B5EF4-FFF2-40B4-BE49-F238E27FC236}">
                <a16:creationId xmlns:a16="http://schemas.microsoft.com/office/drawing/2014/main" id="{C9805C96-2CB8-AA4C-8287-7F4A8DD3373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300" y="4679420"/>
            <a:ext cx="509264" cy="454839"/>
          </a:xfrm>
          <a:prstGeom prst="rect">
            <a:avLst/>
          </a:prstGeom>
        </p:spPr>
      </p:pic>
      <p:pic>
        <p:nvPicPr>
          <p:cNvPr id="40" name="Billede 39">
            <a:extLst>
              <a:ext uri="{FF2B5EF4-FFF2-40B4-BE49-F238E27FC236}">
                <a16:creationId xmlns:a16="http://schemas.microsoft.com/office/drawing/2014/main" id="{0D9C1A9F-1FDB-6A40-96CD-3F6B16366EA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968" y="5240475"/>
            <a:ext cx="533707" cy="476669"/>
          </a:xfrm>
          <a:prstGeom prst="rect">
            <a:avLst/>
          </a:prstGeom>
        </p:spPr>
      </p:pic>
      <p:pic>
        <p:nvPicPr>
          <p:cNvPr id="41" name="Billede 40">
            <a:extLst>
              <a:ext uri="{FF2B5EF4-FFF2-40B4-BE49-F238E27FC236}">
                <a16:creationId xmlns:a16="http://schemas.microsoft.com/office/drawing/2014/main" id="{45F7664B-03FA-B242-A625-BC2E9190B1C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486" y="5804212"/>
            <a:ext cx="492078" cy="439490"/>
          </a:xfrm>
          <a:prstGeom prst="rect">
            <a:avLst/>
          </a:prstGeom>
        </p:spPr>
      </p:pic>
      <p:sp>
        <p:nvSpPr>
          <p:cNvPr id="14" name="Pladsholder til tekst 15">
            <a:extLst>
              <a:ext uri="{FF2B5EF4-FFF2-40B4-BE49-F238E27FC236}">
                <a16:creationId xmlns:a16="http://schemas.microsoft.com/office/drawing/2014/main" id="{D69B9A70-1FB3-1B4F-A52F-83F56FD9136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00767" y="1961535"/>
            <a:ext cx="7842063" cy="709088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>
                <a:solidFill>
                  <a:srgbClr val="383838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da-DK" dirty="0"/>
              <a:t>Overskrift</a:t>
            </a:r>
          </a:p>
        </p:txBody>
      </p:sp>
      <p:sp>
        <p:nvSpPr>
          <p:cNvPr id="19" name="Pladsholder til tekst 15">
            <a:extLst>
              <a:ext uri="{FF2B5EF4-FFF2-40B4-BE49-F238E27FC236}">
                <a16:creationId xmlns:a16="http://schemas.microsoft.com/office/drawing/2014/main" id="{2008D39E-8EF5-0248-93CF-3BA15765967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00767" y="2949198"/>
            <a:ext cx="7842063" cy="819693"/>
          </a:xfrm>
        </p:spPr>
        <p:txBody>
          <a:bodyPr>
            <a:normAutofit/>
          </a:bodyPr>
          <a:lstStyle>
            <a:lvl1pPr marL="0" indent="0" algn="ctr">
              <a:buNone/>
              <a:defRPr sz="3200" b="0" i="0">
                <a:solidFill>
                  <a:srgbClr val="C54D0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da-DK" dirty="0"/>
              <a:t>Eventuel ekstra tekst</a:t>
            </a:r>
          </a:p>
        </p:txBody>
      </p:sp>
    </p:spTree>
    <p:extLst>
      <p:ext uri="{BB962C8B-B14F-4D97-AF65-F5344CB8AC3E}">
        <p14:creationId xmlns:p14="http://schemas.microsoft.com/office/powerpoint/2010/main" val="3793034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vergangs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>
            <a:extLst>
              <a:ext uri="{FF2B5EF4-FFF2-40B4-BE49-F238E27FC236}">
                <a16:creationId xmlns:a16="http://schemas.microsoft.com/office/drawing/2014/main" id="{8AB54781-4989-C24C-B9FA-27B79D88D0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7488" y="902708"/>
            <a:ext cx="2994512" cy="4937760"/>
          </a:xfrm>
          <a:prstGeom prst="rect">
            <a:avLst/>
          </a:prstGeom>
        </p:spPr>
      </p:pic>
      <p:sp>
        <p:nvSpPr>
          <p:cNvPr id="10" name="Pladsholder til tekst 9">
            <a:extLst>
              <a:ext uri="{FF2B5EF4-FFF2-40B4-BE49-F238E27FC236}">
                <a16:creationId xmlns:a16="http://schemas.microsoft.com/office/drawing/2014/main" id="{5FCD0FD7-5C9A-674E-8A59-EBBA9850CE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6548" y="2703050"/>
            <a:ext cx="1391202" cy="946150"/>
          </a:xfrm>
        </p:spPr>
        <p:txBody>
          <a:bodyPr>
            <a:normAutofit/>
          </a:bodyPr>
          <a:lstStyle>
            <a:lvl1pPr marL="0" indent="0" algn="r">
              <a:buNone/>
              <a:defRPr sz="4800">
                <a:solidFill>
                  <a:srgbClr val="C54D02"/>
                </a:solidFill>
              </a:defRPr>
            </a:lvl1pPr>
          </a:lstStyle>
          <a:p>
            <a:pPr lvl="0"/>
            <a:r>
              <a:rPr lang="da-DK" dirty="0"/>
              <a:t>Nr.</a:t>
            </a:r>
          </a:p>
        </p:txBody>
      </p:sp>
      <p:sp>
        <p:nvSpPr>
          <p:cNvPr id="11" name="Pladsholder til tekst 9">
            <a:extLst>
              <a:ext uri="{FF2B5EF4-FFF2-40B4-BE49-F238E27FC236}">
                <a16:creationId xmlns:a16="http://schemas.microsoft.com/office/drawing/2014/main" id="{2BD7A4C4-EA91-CC4E-B7A7-3D2817244B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87750" y="2703049"/>
            <a:ext cx="5016500" cy="2884543"/>
          </a:xfrm>
        </p:spPr>
        <p:txBody>
          <a:bodyPr>
            <a:normAutofit/>
          </a:bodyPr>
          <a:lstStyle>
            <a:lvl1pPr marL="0" indent="0">
              <a:buNone/>
              <a:defRPr sz="4800">
                <a:solidFill>
                  <a:srgbClr val="383838"/>
                </a:solidFill>
              </a:defRPr>
            </a:lvl1pPr>
          </a:lstStyle>
          <a:p>
            <a:pPr lvl="0"/>
            <a:r>
              <a:rPr lang="da-DK" dirty="0"/>
              <a:t>Overgangstitel</a:t>
            </a:r>
          </a:p>
        </p:txBody>
      </p:sp>
    </p:spTree>
    <p:extLst>
      <p:ext uri="{BB962C8B-B14F-4D97-AF65-F5344CB8AC3E}">
        <p14:creationId xmlns:p14="http://schemas.microsoft.com/office/powerpoint/2010/main" val="125088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lkom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6000">
                <a:solidFill>
                  <a:srgbClr val="383838"/>
                </a:solidFill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3D6322BA-113E-4248-84BD-F20CA49A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498181"/>
            <a:ext cx="4398963" cy="542373"/>
          </a:xfrm>
        </p:spPr>
        <p:txBody>
          <a:bodyPr>
            <a:normAutofit/>
          </a:bodyPr>
          <a:lstStyle>
            <a:lvl1pPr marL="0" indent="0">
              <a:buNone/>
              <a:defRPr sz="3200" b="0" i="0">
                <a:solidFill>
                  <a:srgbClr val="0074D9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da-DK" dirty="0"/>
              <a:t>Undertitel</a:t>
            </a:r>
          </a:p>
        </p:txBody>
      </p:sp>
      <p:sp>
        <p:nvSpPr>
          <p:cNvPr id="8" name="Pladsholder til tekst 7">
            <a:extLst>
              <a:ext uri="{FF2B5EF4-FFF2-40B4-BE49-F238E27FC236}">
                <a16:creationId xmlns:a16="http://schemas.microsoft.com/office/drawing/2014/main" id="{A419BB4A-8E47-C046-AB2F-15C7404526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300575"/>
            <a:ext cx="10515600" cy="370590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383838"/>
                </a:solidFill>
              </a:defRPr>
            </a:lvl1pPr>
          </a:lstStyle>
          <a:p>
            <a:pPr lvl="0"/>
            <a:r>
              <a:rPr lang="da-DK" dirty="0"/>
              <a:t>Introduktionstekst.</a:t>
            </a:r>
          </a:p>
          <a:p>
            <a:pPr lvl="0"/>
            <a:r>
              <a:rPr lang="da-DK" dirty="0"/>
              <a:t>Dagens program kan også indsættes her. </a:t>
            </a:r>
          </a:p>
        </p:txBody>
      </p:sp>
    </p:spTree>
    <p:extLst>
      <p:ext uri="{BB962C8B-B14F-4D97-AF65-F5344CB8AC3E}">
        <p14:creationId xmlns:p14="http://schemas.microsoft.com/office/powerpoint/2010/main" val="1990802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nktopstil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88E3407F-DFCF-8B4C-A4AF-3EDD6899B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rgbClr val="0074D9"/>
                </a:solidFill>
              </a:defRPr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5E1B61AE-EC69-6B45-9C53-AA716FDB84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32" y="1690688"/>
            <a:ext cx="10515600" cy="444251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da-DK" dirty="0"/>
              <a:t>Niveau 1</a:t>
            </a:r>
          </a:p>
          <a:p>
            <a:pPr lvl="1"/>
            <a:r>
              <a:rPr lang="da-DK" dirty="0"/>
              <a:t>Niveau 2</a:t>
            </a:r>
          </a:p>
          <a:p>
            <a:pPr lvl="2"/>
            <a:r>
              <a:rPr lang="da-DK" dirty="0"/>
              <a:t>Niveau 3</a:t>
            </a:r>
          </a:p>
        </p:txBody>
      </p:sp>
    </p:spTree>
    <p:extLst>
      <p:ext uri="{BB962C8B-B14F-4D97-AF65-F5344CB8AC3E}">
        <p14:creationId xmlns:p14="http://schemas.microsoft.com/office/powerpoint/2010/main" val="2102490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nktopstilling sammenligning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88E3407F-DFCF-8B4C-A4AF-3EDD6899B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5E1B61AE-EC69-6B45-9C53-AA716FDB84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32" y="1708917"/>
            <a:ext cx="10515600" cy="467692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da-DK" dirty="0"/>
              <a:t>Overskrift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9975FEBE-BC5F-6942-83A3-2388470F8A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132" y="2176608"/>
            <a:ext cx="10515668" cy="141121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  <p:sp>
        <p:nvSpPr>
          <p:cNvPr id="8" name="Pladsholder til tekst 5">
            <a:extLst>
              <a:ext uri="{FF2B5EF4-FFF2-40B4-BE49-F238E27FC236}">
                <a16:creationId xmlns:a16="http://schemas.microsoft.com/office/drawing/2014/main" id="{31705999-6D0C-A44B-BFD2-BFCCF8B1A1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132" y="3722575"/>
            <a:ext cx="10515600" cy="467692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da-DK" dirty="0"/>
              <a:t>Overskrift</a:t>
            </a:r>
          </a:p>
        </p:txBody>
      </p:sp>
      <p:sp>
        <p:nvSpPr>
          <p:cNvPr id="10" name="Pladsholder til tekst 4">
            <a:extLst>
              <a:ext uri="{FF2B5EF4-FFF2-40B4-BE49-F238E27FC236}">
                <a16:creationId xmlns:a16="http://schemas.microsoft.com/office/drawing/2014/main" id="{0B53754C-0308-C645-A05E-241A7A13AF1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132" y="4190266"/>
            <a:ext cx="10515668" cy="149064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</p:spTree>
    <p:extLst>
      <p:ext uri="{BB962C8B-B14F-4D97-AF65-F5344CB8AC3E}">
        <p14:creationId xmlns:p14="http://schemas.microsoft.com/office/powerpoint/2010/main" val="4174144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nktopstilling sammenligning horis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 dirty="0"/>
              <a:t>Klik for at redigere i master</a:t>
            </a:r>
          </a:p>
        </p:txBody>
      </p:sp>
      <p:sp>
        <p:nvSpPr>
          <p:cNvPr id="8" name="Pladsholder til tekst 5">
            <a:extLst>
              <a:ext uri="{FF2B5EF4-FFF2-40B4-BE49-F238E27FC236}">
                <a16:creationId xmlns:a16="http://schemas.microsoft.com/office/drawing/2014/main" id="{3E0F637B-5CDC-F543-BC89-0C1A94818B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32" y="1708911"/>
            <a:ext cx="5181669" cy="467692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da-DK" dirty="0"/>
              <a:t>Overskrift</a:t>
            </a:r>
          </a:p>
        </p:txBody>
      </p:sp>
      <p:sp>
        <p:nvSpPr>
          <p:cNvPr id="11" name="Pladsholder til tekst 5">
            <a:extLst>
              <a:ext uri="{FF2B5EF4-FFF2-40B4-BE49-F238E27FC236}">
                <a16:creationId xmlns:a16="http://schemas.microsoft.com/office/drawing/2014/main" id="{77340784-F8E6-FC4D-9E0D-3AEA5C1776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72199" y="1708911"/>
            <a:ext cx="5181669" cy="467692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da-DK" dirty="0"/>
              <a:t>Overskrift</a:t>
            </a:r>
          </a:p>
        </p:txBody>
      </p:sp>
      <p:sp>
        <p:nvSpPr>
          <p:cNvPr id="13" name="Pladsholder til tekst 4">
            <a:extLst>
              <a:ext uri="{FF2B5EF4-FFF2-40B4-BE49-F238E27FC236}">
                <a16:creationId xmlns:a16="http://schemas.microsoft.com/office/drawing/2014/main" id="{62F6FCA6-1117-CE4C-8EDE-7471C1E44F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132" y="2176602"/>
            <a:ext cx="5181669" cy="349147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  <p:sp>
        <p:nvSpPr>
          <p:cNvPr id="14" name="Pladsholder til tekst 4">
            <a:extLst>
              <a:ext uri="{FF2B5EF4-FFF2-40B4-BE49-F238E27FC236}">
                <a16:creationId xmlns:a16="http://schemas.microsoft.com/office/drawing/2014/main" id="{1D6A4F8C-7DB7-D54E-A508-970B7AFD45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198" y="2176601"/>
            <a:ext cx="5181669" cy="349147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</p:spTree>
    <p:extLst>
      <p:ext uri="{BB962C8B-B14F-4D97-AF65-F5344CB8AC3E}">
        <p14:creationId xmlns:p14="http://schemas.microsoft.com/office/powerpoint/2010/main" val="2183018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88E3407F-DFCF-8B4C-A4AF-3EDD6899B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a-DK" dirty="0"/>
              <a:t>Klik for at redigere i master</a:t>
            </a:r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5E1B61AE-EC69-6B45-9C53-AA716FDB84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32" y="1690689"/>
            <a:ext cx="10515600" cy="444251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da-DK" dirty="0"/>
              <a:t>Brødtekst</a:t>
            </a:r>
          </a:p>
        </p:txBody>
      </p:sp>
    </p:spTree>
    <p:extLst>
      <p:ext uri="{BB962C8B-B14F-4D97-AF65-F5344CB8AC3E}">
        <p14:creationId xmlns:p14="http://schemas.microsoft.com/office/powerpoint/2010/main" val="3094500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kt (hel s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399449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endParaRPr lang="da-DK" dirty="0"/>
          </a:p>
        </p:txBody>
      </p:sp>
      <p:sp>
        <p:nvSpPr>
          <p:cNvPr id="10" name="Pladsholder til tekst 9">
            <a:extLst>
              <a:ext uri="{FF2B5EF4-FFF2-40B4-BE49-F238E27FC236}">
                <a16:creationId xmlns:a16="http://schemas.microsoft.com/office/drawing/2014/main" id="{B4D71B68-4C9C-9849-8415-AB51D29C36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5784574"/>
            <a:ext cx="10515600" cy="357810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a-DK" dirty="0"/>
              <a:t>Eventuel figur eller billedbeskrivelse</a:t>
            </a:r>
          </a:p>
        </p:txBody>
      </p:sp>
    </p:spTree>
    <p:extLst>
      <p:ext uri="{BB962C8B-B14F-4D97-AF65-F5344CB8AC3E}">
        <p14:creationId xmlns:p14="http://schemas.microsoft.com/office/powerpoint/2010/main" val="14053735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og objekt (sidestille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516216" y="1690689"/>
            <a:ext cx="5837583" cy="399600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endParaRPr lang="da-DK" dirty="0"/>
          </a:p>
        </p:txBody>
      </p:sp>
      <p:sp>
        <p:nvSpPr>
          <p:cNvPr id="10" name="Pladsholder til tekst 9">
            <a:extLst>
              <a:ext uri="{FF2B5EF4-FFF2-40B4-BE49-F238E27FC236}">
                <a16:creationId xmlns:a16="http://schemas.microsoft.com/office/drawing/2014/main" id="{B4D71B68-4C9C-9849-8415-AB51D29C36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16216" y="5774635"/>
            <a:ext cx="5837584" cy="338691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a-DK" dirty="0"/>
              <a:t>Eventuel figur eller billedbeskrivelse</a:t>
            </a:r>
          </a:p>
        </p:txBody>
      </p:sp>
      <p:sp>
        <p:nvSpPr>
          <p:cNvPr id="7" name="Pladsholder til tekst 5">
            <a:extLst>
              <a:ext uri="{FF2B5EF4-FFF2-40B4-BE49-F238E27FC236}">
                <a16:creationId xmlns:a16="http://schemas.microsoft.com/office/drawing/2014/main" id="{55622C08-9FA7-464B-B26D-783B1DC3E7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132" y="1690688"/>
            <a:ext cx="4538938" cy="39960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da-DK" dirty="0"/>
              <a:t>Niveau 1</a:t>
            </a:r>
          </a:p>
          <a:p>
            <a:pPr lvl="1"/>
            <a:r>
              <a:rPr lang="da-DK" dirty="0"/>
              <a:t>Niveau 2</a:t>
            </a:r>
          </a:p>
          <a:p>
            <a:pPr lvl="2"/>
            <a:r>
              <a:rPr lang="da-DK" dirty="0"/>
              <a:t>Niveau 3</a:t>
            </a:r>
          </a:p>
        </p:txBody>
      </p:sp>
    </p:spTree>
    <p:extLst>
      <p:ext uri="{BB962C8B-B14F-4D97-AF65-F5344CB8AC3E}">
        <p14:creationId xmlns:p14="http://schemas.microsoft.com/office/powerpoint/2010/main" val="41786381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og objekt (b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516217" y="3554125"/>
            <a:ext cx="5837583" cy="2635489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endParaRPr lang="da-DK" dirty="0"/>
          </a:p>
        </p:txBody>
      </p:sp>
      <p:sp>
        <p:nvSpPr>
          <p:cNvPr id="7" name="Pladsholder til tekst 5">
            <a:extLst>
              <a:ext uri="{FF2B5EF4-FFF2-40B4-BE49-F238E27FC236}">
                <a16:creationId xmlns:a16="http://schemas.microsoft.com/office/drawing/2014/main" id="{EE19EB5F-DB21-B04C-8318-B9FBCB4D8D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32" y="1690689"/>
            <a:ext cx="10515600" cy="18634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da-DK" dirty="0"/>
              <a:t>Niveau 1</a:t>
            </a:r>
          </a:p>
          <a:p>
            <a:pPr lvl="1"/>
            <a:r>
              <a:rPr lang="da-DK" dirty="0"/>
              <a:t>Niveau 2</a:t>
            </a:r>
          </a:p>
          <a:p>
            <a:pPr lvl="2"/>
            <a:r>
              <a:rPr lang="da-DK" dirty="0"/>
              <a:t>Niveau 3</a:t>
            </a:r>
          </a:p>
        </p:txBody>
      </p:sp>
    </p:spTree>
    <p:extLst>
      <p:ext uri="{BB962C8B-B14F-4D97-AF65-F5344CB8AC3E}">
        <p14:creationId xmlns:p14="http://schemas.microsoft.com/office/powerpoint/2010/main" val="30290538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838201" y="1690688"/>
            <a:ext cx="5181600" cy="396988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endParaRPr lang="da-DK" dirty="0"/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72201" y="1690688"/>
            <a:ext cx="5181600" cy="396988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endParaRPr lang="da-DK" dirty="0"/>
          </a:p>
        </p:txBody>
      </p:sp>
      <p:sp>
        <p:nvSpPr>
          <p:cNvPr id="6" name="Pladsholder til tekst 9">
            <a:extLst>
              <a:ext uri="{FF2B5EF4-FFF2-40B4-BE49-F238E27FC236}">
                <a16:creationId xmlns:a16="http://schemas.microsoft.com/office/drawing/2014/main" id="{71D40CD9-7EF4-684D-BA77-18389F1A25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5752484"/>
            <a:ext cx="5181600" cy="410682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a-DK" dirty="0"/>
              <a:t>Eventuel figur eller billedbeskrivelse</a:t>
            </a:r>
          </a:p>
        </p:txBody>
      </p:sp>
      <p:sp>
        <p:nvSpPr>
          <p:cNvPr id="8" name="Pladsholder til tekst 9">
            <a:extLst>
              <a:ext uri="{FF2B5EF4-FFF2-40B4-BE49-F238E27FC236}">
                <a16:creationId xmlns:a16="http://schemas.microsoft.com/office/drawing/2014/main" id="{6EADE04F-1DDF-4542-BF49-5E6D1C7C81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72201" y="5752484"/>
            <a:ext cx="5181599" cy="410682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a-DK" dirty="0"/>
              <a:t>Eventuel figur eller billedbeskrivelse</a:t>
            </a:r>
          </a:p>
        </p:txBody>
      </p:sp>
    </p:spTree>
    <p:extLst>
      <p:ext uri="{BB962C8B-B14F-4D97-AF65-F5344CB8AC3E}">
        <p14:creationId xmlns:p14="http://schemas.microsoft.com/office/powerpoint/2010/main" val="17678932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k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740BFE59-D0F2-0545-A8FE-C2A7D4E5BB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2183380"/>
            <a:ext cx="10515599" cy="1325563"/>
          </a:xfrm>
        </p:spPr>
        <p:txBody>
          <a:bodyPr>
            <a:normAutofit/>
          </a:bodyPr>
          <a:lstStyle>
            <a:lvl1pPr marL="0" indent="0" algn="ctr">
              <a:buNone/>
              <a:defRPr sz="72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a-DK" dirty="0"/>
              <a:t>Fakta</a:t>
            </a:r>
          </a:p>
        </p:txBody>
      </p:sp>
      <p:sp>
        <p:nvSpPr>
          <p:cNvPr id="8" name="Pladsholder til tekst 3">
            <a:extLst>
              <a:ext uri="{FF2B5EF4-FFF2-40B4-BE49-F238E27FC236}">
                <a16:creationId xmlns:a16="http://schemas.microsoft.com/office/drawing/2014/main" id="{2BDAB250-9F0F-BE4C-9AF8-262BDAFD5E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199" y="3796832"/>
            <a:ext cx="10515599" cy="1325563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da-DK" dirty="0"/>
              <a:t>Beskrivelse af fakta</a:t>
            </a: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F63AA675-F399-D147-A7E0-F1FD67F000FF}"/>
              </a:ext>
            </a:extLst>
          </p:cNvPr>
          <p:cNvSpPr/>
          <p:nvPr userDrawn="1"/>
        </p:nvSpPr>
        <p:spPr>
          <a:xfrm flipV="1">
            <a:off x="4113242" y="3463224"/>
            <a:ext cx="3965512" cy="45719"/>
          </a:xfrm>
          <a:prstGeom prst="rect">
            <a:avLst/>
          </a:prstGeom>
          <a:solidFill>
            <a:srgbClr val="C54D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18921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740BFE59-D0F2-0545-A8FE-C2A7D4E5BB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27255" y="1982823"/>
            <a:ext cx="6737485" cy="3055707"/>
          </a:xfrm>
        </p:spPr>
        <p:txBody>
          <a:bodyPr>
            <a:normAutofit/>
          </a:bodyPr>
          <a:lstStyle>
            <a:lvl1pPr marL="0" indent="0" algn="ctr">
              <a:buNone/>
              <a:defRPr sz="4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a-DK" dirty="0"/>
              <a:t>Citat indsættes her</a:t>
            </a:r>
          </a:p>
          <a:p>
            <a:pPr lvl="0"/>
            <a:r>
              <a:rPr lang="da-DK" dirty="0"/>
              <a:t>Husk ” før og efter</a:t>
            </a:r>
          </a:p>
        </p:txBody>
      </p:sp>
      <p:sp>
        <p:nvSpPr>
          <p:cNvPr id="8" name="Pladsholder til tekst 3">
            <a:extLst>
              <a:ext uri="{FF2B5EF4-FFF2-40B4-BE49-F238E27FC236}">
                <a16:creationId xmlns:a16="http://schemas.microsoft.com/office/drawing/2014/main" id="{2BDAB250-9F0F-BE4C-9AF8-262BDAFD5E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199" y="5173613"/>
            <a:ext cx="10515599" cy="382239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 dirty="0"/>
              <a:t>Kilde til citat skrives her</a:t>
            </a:r>
          </a:p>
        </p:txBody>
      </p:sp>
    </p:spTree>
    <p:extLst>
      <p:ext uri="{BB962C8B-B14F-4D97-AF65-F5344CB8AC3E}">
        <p14:creationId xmlns:p14="http://schemas.microsoft.com/office/powerpoint/2010/main" val="9363882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vergangs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>
            <a:extLst>
              <a:ext uri="{FF2B5EF4-FFF2-40B4-BE49-F238E27FC236}">
                <a16:creationId xmlns:a16="http://schemas.microsoft.com/office/drawing/2014/main" id="{8AB54781-4989-C24C-B9FA-27B79D88D0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7488" y="902708"/>
            <a:ext cx="2994512" cy="4937760"/>
          </a:xfrm>
          <a:prstGeom prst="rect">
            <a:avLst/>
          </a:prstGeom>
        </p:spPr>
      </p:pic>
      <p:sp>
        <p:nvSpPr>
          <p:cNvPr id="10" name="Pladsholder til tekst 9">
            <a:extLst>
              <a:ext uri="{FF2B5EF4-FFF2-40B4-BE49-F238E27FC236}">
                <a16:creationId xmlns:a16="http://schemas.microsoft.com/office/drawing/2014/main" id="{5FCD0FD7-5C9A-674E-8A59-EBBA9850CE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6548" y="2703050"/>
            <a:ext cx="1391202" cy="946150"/>
          </a:xfrm>
        </p:spPr>
        <p:txBody>
          <a:bodyPr>
            <a:normAutofit/>
          </a:bodyPr>
          <a:lstStyle>
            <a:lvl1pPr marL="0" indent="0" algn="r">
              <a:buNone/>
              <a:defRPr sz="4800">
                <a:solidFill>
                  <a:srgbClr val="C54D02"/>
                </a:solidFill>
              </a:defRPr>
            </a:lvl1pPr>
          </a:lstStyle>
          <a:p>
            <a:pPr lvl="0"/>
            <a:r>
              <a:rPr lang="da-DK" dirty="0"/>
              <a:t>Nr.</a:t>
            </a:r>
          </a:p>
        </p:txBody>
      </p:sp>
      <p:sp>
        <p:nvSpPr>
          <p:cNvPr id="11" name="Pladsholder til tekst 9">
            <a:extLst>
              <a:ext uri="{FF2B5EF4-FFF2-40B4-BE49-F238E27FC236}">
                <a16:creationId xmlns:a16="http://schemas.microsoft.com/office/drawing/2014/main" id="{2BD7A4C4-EA91-CC4E-B7A7-3D2817244B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87750" y="2703049"/>
            <a:ext cx="5016500" cy="2884543"/>
          </a:xfrm>
        </p:spPr>
        <p:txBody>
          <a:bodyPr>
            <a:normAutofit/>
          </a:bodyPr>
          <a:lstStyle>
            <a:lvl1pPr marL="0" indent="0">
              <a:buNone/>
              <a:defRPr sz="4800">
                <a:solidFill>
                  <a:srgbClr val="383838"/>
                </a:solidFill>
              </a:defRPr>
            </a:lvl1pPr>
          </a:lstStyle>
          <a:p>
            <a:pPr lvl="0"/>
            <a:r>
              <a:rPr lang="da-DK" dirty="0"/>
              <a:t>Overgangstitel</a:t>
            </a:r>
          </a:p>
        </p:txBody>
      </p:sp>
    </p:spTree>
    <p:extLst>
      <p:ext uri="{BB962C8B-B14F-4D97-AF65-F5344CB8AC3E}">
        <p14:creationId xmlns:p14="http://schemas.microsoft.com/office/powerpoint/2010/main" val="2148294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lkom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6000">
                <a:solidFill>
                  <a:srgbClr val="383838"/>
                </a:solidFill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3D6322BA-113E-4248-84BD-F20CA49A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498181"/>
            <a:ext cx="4398963" cy="542373"/>
          </a:xfrm>
        </p:spPr>
        <p:txBody>
          <a:bodyPr>
            <a:normAutofit/>
          </a:bodyPr>
          <a:lstStyle>
            <a:lvl1pPr marL="0" indent="0">
              <a:buNone/>
              <a:defRPr sz="3200" b="0" i="0">
                <a:solidFill>
                  <a:srgbClr val="0074D9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da-DK" dirty="0"/>
              <a:t>Undertitel</a:t>
            </a:r>
          </a:p>
        </p:txBody>
      </p:sp>
      <p:sp>
        <p:nvSpPr>
          <p:cNvPr id="8" name="Pladsholder til tekst 7">
            <a:extLst>
              <a:ext uri="{FF2B5EF4-FFF2-40B4-BE49-F238E27FC236}">
                <a16:creationId xmlns:a16="http://schemas.microsoft.com/office/drawing/2014/main" id="{A419BB4A-8E47-C046-AB2F-15C7404526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300575"/>
            <a:ext cx="10515600" cy="370590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383838"/>
                </a:solidFill>
              </a:defRPr>
            </a:lvl1pPr>
          </a:lstStyle>
          <a:p>
            <a:pPr lvl="0"/>
            <a:r>
              <a:rPr lang="da-DK" dirty="0"/>
              <a:t>Introduktionstekst.</a:t>
            </a:r>
          </a:p>
          <a:p>
            <a:pPr lvl="0"/>
            <a:r>
              <a:rPr lang="da-DK" dirty="0"/>
              <a:t>Dagens program kan også indsættes her. </a:t>
            </a:r>
          </a:p>
        </p:txBody>
      </p:sp>
    </p:spTree>
    <p:extLst>
      <p:ext uri="{BB962C8B-B14F-4D97-AF65-F5344CB8AC3E}">
        <p14:creationId xmlns:p14="http://schemas.microsoft.com/office/powerpoint/2010/main" val="41267455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nktopstil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88E3407F-DFCF-8B4C-A4AF-3EDD6899B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rgbClr val="0074D9"/>
                </a:solidFill>
              </a:defRPr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4" name="Pladsholder til tekst 2">
            <a:extLst>
              <a:ext uri="{FF2B5EF4-FFF2-40B4-BE49-F238E27FC236}">
                <a16:creationId xmlns:a16="http://schemas.microsoft.com/office/drawing/2014/main" id="{CF7EC9F9-B21C-0748-9F3E-4C756D841F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7955" y="1371049"/>
            <a:ext cx="10515599" cy="467691"/>
          </a:xfrm>
        </p:spPr>
        <p:txBody>
          <a:bodyPr>
            <a:noAutofit/>
          </a:bodyPr>
          <a:lstStyle>
            <a:lvl1pPr marL="0" indent="0">
              <a:buNone/>
              <a:defRPr sz="2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da-DK" dirty="0"/>
              <a:t>Yderligere information (valgfrit)</a:t>
            </a:r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5E1B61AE-EC69-6B45-9C53-AA716FDB84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32" y="2007291"/>
            <a:ext cx="10515600" cy="41259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da-DK" dirty="0"/>
              <a:t>Niveau 1</a:t>
            </a:r>
          </a:p>
          <a:p>
            <a:pPr lvl="1"/>
            <a:r>
              <a:rPr lang="da-DK" dirty="0"/>
              <a:t>Niveau 2</a:t>
            </a:r>
          </a:p>
          <a:p>
            <a:pPr lvl="2"/>
            <a:r>
              <a:rPr lang="da-DK" dirty="0"/>
              <a:t>Niveau 3</a:t>
            </a:r>
          </a:p>
        </p:txBody>
      </p:sp>
    </p:spTree>
    <p:extLst>
      <p:ext uri="{BB962C8B-B14F-4D97-AF65-F5344CB8AC3E}">
        <p14:creationId xmlns:p14="http://schemas.microsoft.com/office/powerpoint/2010/main" val="37075654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nktopstilling sammenligning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88E3407F-DFCF-8B4C-A4AF-3EDD6899B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4" name="Pladsholder til tekst 2">
            <a:extLst>
              <a:ext uri="{FF2B5EF4-FFF2-40B4-BE49-F238E27FC236}">
                <a16:creationId xmlns:a16="http://schemas.microsoft.com/office/drawing/2014/main" id="{CF7EC9F9-B21C-0748-9F3E-4C756D841F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7955" y="1371049"/>
            <a:ext cx="10515599" cy="467691"/>
          </a:xfrm>
        </p:spPr>
        <p:txBody>
          <a:bodyPr>
            <a:noAutofit/>
          </a:bodyPr>
          <a:lstStyle>
            <a:lvl1pPr marL="0" indent="0">
              <a:buNone/>
              <a:defRPr sz="2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da-DK" dirty="0"/>
              <a:t>Yderligere information (valgfrit)</a:t>
            </a:r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5E1B61AE-EC69-6B45-9C53-AA716FDB84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32" y="2007292"/>
            <a:ext cx="10515600" cy="467692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da-DK" dirty="0"/>
              <a:t>Overskrift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9975FEBE-BC5F-6942-83A3-2388470F8A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132" y="2474983"/>
            <a:ext cx="10515668" cy="141121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  <p:sp>
        <p:nvSpPr>
          <p:cNvPr id="8" name="Pladsholder til tekst 5">
            <a:extLst>
              <a:ext uri="{FF2B5EF4-FFF2-40B4-BE49-F238E27FC236}">
                <a16:creationId xmlns:a16="http://schemas.microsoft.com/office/drawing/2014/main" id="{31705999-6D0C-A44B-BFD2-BFCCF8B1A1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132" y="3886200"/>
            <a:ext cx="10515600" cy="467692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da-DK" dirty="0"/>
              <a:t>Overskrift</a:t>
            </a:r>
          </a:p>
        </p:txBody>
      </p:sp>
      <p:sp>
        <p:nvSpPr>
          <p:cNvPr id="10" name="Pladsholder til tekst 4">
            <a:extLst>
              <a:ext uri="{FF2B5EF4-FFF2-40B4-BE49-F238E27FC236}">
                <a16:creationId xmlns:a16="http://schemas.microsoft.com/office/drawing/2014/main" id="{0B53754C-0308-C645-A05E-241A7A13AF1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132" y="4353891"/>
            <a:ext cx="10515668" cy="149064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</p:spTree>
    <p:extLst>
      <p:ext uri="{BB962C8B-B14F-4D97-AF65-F5344CB8AC3E}">
        <p14:creationId xmlns:p14="http://schemas.microsoft.com/office/powerpoint/2010/main" val="40422518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nktopstilling sammenligning horis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 dirty="0"/>
              <a:t>Klik for at redigere i master</a:t>
            </a:r>
          </a:p>
        </p:txBody>
      </p:sp>
      <p:sp>
        <p:nvSpPr>
          <p:cNvPr id="9" name="Pladsholder til tekst 2">
            <a:extLst>
              <a:ext uri="{FF2B5EF4-FFF2-40B4-BE49-F238E27FC236}">
                <a16:creationId xmlns:a16="http://schemas.microsoft.com/office/drawing/2014/main" id="{04FC9788-2DC4-C140-A356-3A3E7ED5CA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7955" y="1371049"/>
            <a:ext cx="10515599" cy="467691"/>
          </a:xfrm>
        </p:spPr>
        <p:txBody>
          <a:bodyPr>
            <a:noAutofit/>
          </a:bodyPr>
          <a:lstStyle>
            <a:lvl1pPr marL="0" indent="0">
              <a:buNone/>
              <a:defRPr sz="2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da-DK" dirty="0"/>
              <a:t>Yderligere information (valgfrit)</a:t>
            </a:r>
          </a:p>
        </p:txBody>
      </p:sp>
      <p:sp>
        <p:nvSpPr>
          <p:cNvPr id="8" name="Pladsholder til tekst 5">
            <a:extLst>
              <a:ext uri="{FF2B5EF4-FFF2-40B4-BE49-F238E27FC236}">
                <a16:creationId xmlns:a16="http://schemas.microsoft.com/office/drawing/2014/main" id="{3E0F637B-5CDC-F543-BC89-0C1A94818B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32" y="2007292"/>
            <a:ext cx="5181669" cy="467692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da-DK" dirty="0"/>
              <a:t>Overskrift</a:t>
            </a:r>
          </a:p>
        </p:txBody>
      </p:sp>
      <p:sp>
        <p:nvSpPr>
          <p:cNvPr id="11" name="Pladsholder til tekst 5">
            <a:extLst>
              <a:ext uri="{FF2B5EF4-FFF2-40B4-BE49-F238E27FC236}">
                <a16:creationId xmlns:a16="http://schemas.microsoft.com/office/drawing/2014/main" id="{77340784-F8E6-FC4D-9E0D-3AEA5C1776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72199" y="2007292"/>
            <a:ext cx="5181669" cy="467692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da-DK" dirty="0"/>
              <a:t>Overskrift</a:t>
            </a:r>
          </a:p>
        </p:txBody>
      </p:sp>
      <p:sp>
        <p:nvSpPr>
          <p:cNvPr id="13" name="Pladsholder til tekst 4">
            <a:extLst>
              <a:ext uri="{FF2B5EF4-FFF2-40B4-BE49-F238E27FC236}">
                <a16:creationId xmlns:a16="http://schemas.microsoft.com/office/drawing/2014/main" id="{62F6FCA6-1117-CE4C-8EDE-7471C1E44F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132" y="2474983"/>
            <a:ext cx="5181669" cy="349147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  <p:sp>
        <p:nvSpPr>
          <p:cNvPr id="14" name="Pladsholder til tekst 4">
            <a:extLst>
              <a:ext uri="{FF2B5EF4-FFF2-40B4-BE49-F238E27FC236}">
                <a16:creationId xmlns:a16="http://schemas.microsoft.com/office/drawing/2014/main" id="{1D6A4F8C-7DB7-D54E-A508-970B7AFD45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198" y="2474982"/>
            <a:ext cx="5181669" cy="349147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</p:spTree>
    <p:extLst>
      <p:ext uri="{BB962C8B-B14F-4D97-AF65-F5344CB8AC3E}">
        <p14:creationId xmlns:p14="http://schemas.microsoft.com/office/powerpoint/2010/main" val="28454783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88E3407F-DFCF-8B4C-A4AF-3EDD6899B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a-DK" dirty="0"/>
              <a:t>Klik for at redigere i master</a:t>
            </a:r>
          </a:p>
        </p:txBody>
      </p:sp>
      <p:sp>
        <p:nvSpPr>
          <p:cNvPr id="4" name="Pladsholder til tekst 2">
            <a:extLst>
              <a:ext uri="{FF2B5EF4-FFF2-40B4-BE49-F238E27FC236}">
                <a16:creationId xmlns:a16="http://schemas.microsoft.com/office/drawing/2014/main" id="{CF7EC9F9-B21C-0748-9F3E-4C756D841F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7955" y="1371049"/>
            <a:ext cx="10515599" cy="467691"/>
          </a:xfrm>
        </p:spPr>
        <p:txBody>
          <a:bodyPr>
            <a:noAutofit/>
          </a:bodyPr>
          <a:lstStyle>
            <a:lvl1pPr marL="0" indent="0">
              <a:buNone/>
              <a:defRPr sz="2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da-DK" dirty="0"/>
              <a:t>Yderligere information (valgfrit)</a:t>
            </a:r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5E1B61AE-EC69-6B45-9C53-AA716FDB84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32" y="2007291"/>
            <a:ext cx="10515600" cy="412591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da-DK" dirty="0"/>
              <a:t>Brødtekst</a:t>
            </a:r>
          </a:p>
        </p:txBody>
      </p:sp>
    </p:spTree>
    <p:extLst>
      <p:ext uri="{BB962C8B-B14F-4D97-AF65-F5344CB8AC3E}">
        <p14:creationId xmlns:p14="http://schemas.microsoft.com/office/powerpoint/2010/main" val="7864758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kt (hel s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2014466"/>
            <a:ext cx="10515600" cy="3670717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endParaRPr lang="da-DK" dirty="0"/>
          </a:p>
        </p:txBody>
      </p:sp>
      <p:sp>
        <p:nvSpPr>
          <p:cNvPr id="9" name="Pladsholder til tekst 2">
            <a:extLst>
              <a:ext uri="{FF2B5EF4-FFF2-40B4-BE49-F238E27FC236}">
                <a16:creationId xmlns:a16="http://schemas.microsoft.com/office/drawing/2014/main" id="{578499A4-14CD-5A46-A25A-442D76A39A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7955" y="1371049"/>
            <a:ext cx="10515599" cy="467691"/>
          </a:xfrm>
        </p:spPr>
        <p:txBody>
          <a:bodyPr>
            <a:noAutofit/>
          </a:bodyPr>
          <a:lstStyle>
            <a:lvl1pPr marL="0" indent="0">
              <a:buNone/>
              <a:defRPr sz="2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da-DK" dirty="0"/>
              <a:t>Yderligere information (valgfrit)</a:t>
            </a:r>
          </a:p>
        </p:txBody>
      </p:sp>
      <p:sp>
        <p:nvSpPr>
          <p:cNvPr id="6" name="Pladsholder til tekst 9">
            <a:extLst>
              <a:ext uri="{FF2B5EF4-FFF2-40B4-BE49-F238E27FC236}">
                <a16:creationId xmlns:a16="http://schemas.microsoft.com/office/drawing/2014/main" id="{D814BED3-2294-F542-8379-EA720C6917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5784574"/>
            <a:ext cx="10515600" cy="357810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a-DK" dirty="0"/>
              <a:t>Eventuel figur eller billedbeskrivelse</a:t>
            </a:r>
          </a:p>
        </p:txBody>
      </p:sp>
    </p:spTree>
    <p:extLst>
      <p:ext uri="{BB962C8B-B14F-4D97-AF65-F5344CB8AC3E}">
        <p14:creationId xmlns:p14="http://schemas.microsoft.com/office/powerpoint/2010/main" val="2353213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og objekt (sidestille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516216" y="2007291"/>
            <a:ext cx="5837583" cy="367940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endParaRPr lang="da-DK" dirty="0"/>
          </a:p>
        </p:txBody>
      </p:sp>
      <p:sp>
        <p:nvSpPr>
          <p:cNvPr id="9" name="Pladsholder til tekst 2">
            <a:extLst>
              <a:ext uri="{FF2B5EF4-FFF2-40B4-BE49-F238E27FC236}">
                <a16:creationId xmlns:a16="http://schemas.microsoft.com/office/drawing/2014/main" id="{578499A4-14CD-5A46-A25A-442D76A39A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7955" y="1371049"/>
            <a:ext cx="10515599" cy="467691"/>
          </a:xfrm>
        </p:spPr>
        <p:txBody>
          <a:bodyPr>
            <a:noAutofit/>
          </a:bodyPr>
          <a:lstStyle>
            <a:lvl1pPr marL="0" indent="0">
              <a:buNone/>
              <a:defRPr sz="2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da-DK" dirty="0"/>
              <a:t>Yderligere information (valgfrit)</a:t>
            </a:r>
          </a:p>
        </p:txBody>
      </p:sp>
      <p:sp>
        <p:nvSpPr>
          <p:cNvPr id="7" name="Pladsholder til tekst 5">
            <a:extLst>
              <a:ext uri="{FF2B5EF4-FFF2-40B4-BE49-F238E27FC236}">
                <a16:creationId xmlns:a16="http://schemas.microsoft.com/office/drawing/2014/main" id="{2B941EC5-DC07-8246-90FE-7782B0E65BA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2007291"/>
            <a:ext cx="4538938" cy="367940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da-DK" dirty="0"/>
              <a:t>Niveau 1</a:t>
            </a:r>
          </a:p>
          <a:p>
            <a:pPr lvl="1"/>
            <a:r>
              <a:rPr lang="da-DK" dirty="0"/>
              <a:t>Niveau 2</a:t>
            </a:r>
          </a:p>
          <a:p>
            <a:pPr lvl="2"/>
            <a:r>
              <a:rPr lang="da-DK" dirty="0"/>
              <a:t>Niveau 3</a:t>
            </a:r>
          </a:p>
        </p:txBody>
      </p:sp>
      <p:sp>
        <p:nvSpPr>
          <p:cNvPr id="8" name="Pladsholder til tekst 9">
            <a:extLst>
              <a:ext uri="{FF2B5EF4-FFF2-40B4-BE49-F238E27FC236}">
                <a16:creationId xmlns:a16="http://schemas.microsoft.com/office/drawing/2014/main" id="{788176B6-C6B2-7E46-8522-CE833B3D78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16216" y="5774635"/>
            <a:ext cx="5837584" cy="338691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a-DK" dirty="0"/>
              <a:t>Eventuel figur eller billedbeskrivelse</a:t>
            </a:r>
          </a:p>
        </p:txBody>
      </p:sp>
    </p:spTree>
    <p:extLst>
      <p:ext uri="{BB962C8B-B14F-4D97-AF65-F5344CB8AC3E}">
        <p14:creationId xmlns:p14="http://schemas.microsoft.com/office/powerpoint/2010/main" val="10583737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og objekt (b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516215" y="3609892"/>
            <a:ext cx="5837583" cy="256588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endParaRPr lang="da-DK" dirty="0"/>
          </a:p>
        </p:txBody>
      </p:sp>
      <p:sp>
        <p:nvSpPr>
          <p:cNvPr id="9" name="Pladsholder til tekst 2">
            <a:extLst>
              <a:ext uri="{FF2B5EF4-FFF2-40B4-BE49-F238E27FC236}">
                <a16:creationId xmlns:a16="http://schemas.microsoft.com/office/drawing/2014/main" id="{578499A4-14CD-5A46-A25A-442D76A39A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7955" y="1371049"/>
            <a:ext cx="10515599" cy="467691"/>
          </a:xfrm>
        </p:spPr>
        <p:txBody>
          <a:bodyPr>
            <a:noAutofit/>
          </a:bodyPr>
          <a:lstStyle>
            <a:lvl1pPr marL="0" indent="0">
              <a:buNone/>
              <a:defRPr sz="2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da-DK" dirty="0"/>
              <a:t>Yderligere information (valgfrit)</a:t>
            </a:r>
          </a:p>
        </p:txBody>
      </p:sp>
      <p:sp>
        <p:nvSpPr>
          <p:cNvPr id="7" name="Pladsholder til tekst 5">
            <a:extLst>
              <a:ext uri="{FF2B5EF4-FFF2-40B4-BE49-F238E27FC236}">
                <a16:creationId xmlns:a16="http://schemas.microsoft.com/office/drawing/2014/main" id="{2B941EC5-DC07-8246-90FE-7782B0E65BA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2007291"/>
            <a:ext cx="10515598" cy="158073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da-DK" dirty="0"/>
              <a:t>Niveau 1</a:t>
            </a:r>
          </a:p>
          <a:p>
            <a:pPr lvl="1"/>
            <a:r>
              <a:rPr lang="da-DK" dirty="0"/>
              <a:t>Niveau 2</a:t>
            </a:r>
          </a:p>
          <a:p>
            <a:pPr lvl="2"/>
            <a:r>
              <a:rPr lang="da-DK" dirty="0"/>
              <a:t>Niveau 3</a:t>
            </a:r>
          </a:p>
        </p:txBody>
      </p:sp>
    </p:spTree>
    <p:extLst>
      <p:ext uri="{BB962C8B-B14F-4D97-AF65-F5344CB8AC3E}">
        <p14:creationId xmlns:p14="http://schemas.microsoft.com/office/powerpoint/2010/main" val="20775767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838201" y="2018736"/>
            <a:ext cx="5181600" cy="36418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endParaRPr lang="da-DK" dirty="0"/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72201" y="2011874"/>
            <a:ext cx="5181600" cy="3648697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endParaRPr lang="da-DK" dirty="0"/>
          </a:p>
        </p:txBody>
      </p:sp>
      <p:sp>
        <p:nvSpPr>
          <p:cNvPr id="7" name="Pladsholder til tekst 2">
            <a:extLst>
              <a:ext uri="{FF2B5EF4-FFF2-40B4-BE49-F238E27FC236}">
                <a16:creationId xmlns:a16="http://schemas.microsoft.com/office/drawing/2014/main" id="{CDDBF21F-C1DB-C244-BD5E-C99CCE7160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7955" y="1371049"/>
            <a:ext cx="10515599" cy="467691"/>
          </a:xfrm>
        </p:spPr>
        <p:txBody>
          <a:bodyPr>
            <a:noAutofit/>
          </a:bodyPr>
          <a:lstStyle>
            <a:lvl1pPr marL="0" indent="0">
              <a:buNone/>
              <a:defRPr sz="2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da-DK" dirty="0"/>
              <a:t>Yderligere information (valgfrit)</a:t>
            </a:r>
          </a:p>
        </p:txBody>
      </p:sp>
      <p:sp>
        <p:nvSpPr>
          <p:cNvPr id="9" name="Pladsholder til tekst 9">
            <a:extLst>
              <a:ext uri="{FF2B5EF4-FFF2-40B4-BE49-F238E27FC236}">
                <a16:creationId xmlns:a16="http://schemas.microsoft.com/office/drawing/2014/main" id="{5328C26B-847B-364A-9C73-2B2973B92D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5752484"/>
            <a:ext cx="5181600" cy="410682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a-DK" dirty="0"/>
              <a:t>Eventuel figur eller billedbeskrivelse</a:t>
            </a:r>
          </a:p>
        </p:txBody>
      </p:sp>
      <p:sp>
        <p:nvSpPr>
          <p:cNvPr id="10" name="Pladsholder til tekst 9">
            <a:extLst>
              <a:ext uri="{FF2B5EF4-FFF2-40B4-BE49-F238E27FC236}">
                <a16:creationId xmlns:a16="http://schemas.microsoft.com/office/drawing/2014/main" id="{4C962CEC-0826-4542-B193-417F5E7911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72201" y="5752484"/>
            <a:ext cx="5181599" cy="410682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a-DK" dirty="0"/>
              <a:t>Eventuel figur eller billedbeskrivelse</a:t>
            </a:r>
          </a:p>
        </p:txBody>
      </p:sp>
    </p:spTree>
    <p:extLst>
      <p:ext uri="{BB962C8B-B14F-4D97-AF65-F5344CB8AC3E}">
        <p14:creationId xmlns:p14="http://schemas.microsoft.com/office/powerpoint/2010/main" val="18433908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k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6" name="Pladsholder til tekst 2">
            <a:extLst>
              <a:ext uri="{FF2B5EF4-FFF2-40B4-BE49-F238E27FC236}">
                <a16:creationId xmlns:a16="http://schemas.microsoft.com/office/drawing/2014/main" id="{FC8B3AAB-1B7F-384C-8F6B-7ADBF84370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7955" y="1371049"/>
            <a:ext cx="10515599" cy="467691"/>
          </a:xfrm>
        </p:spPr>
        <p:txBody>
          <a:bodyPr>
            <a:noAutofit/>
          </a:bodyPr>
          <a:lstStyle>
            <a:lvl1pPr marL="0" indent="0">
              <a:buNone/>
              <a:defRPr sz="2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da-DK" dirty="0"/>
              <a:t>Yderligere information (valgfrit)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740BFE59-D0F2-0545-A8FE-C2A7D4E5BB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2481755"/>
            <a:ext cx="10515599" cy="1325563"/>
          </a:xfrm>
        </p:spPr>
        <p:txBody>
          <a:bodyPr>
            <a:normAutofit/>
          </a:bodyPr>
          <a:lstStyle>
            <a:lvl1pPr marL="0" indent="0" algn="ctr">
              <a:buNone/>
              <a:defRPr sz="72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a-DK" dirty="0"/>
              <a:t>Fakta</a:t>
            </a:r>
          </a:p>
        </p:txBody>
      </p:sp>
      <p:sp>
        <p:nvSpPr>
          <p:cNvPr id="8" name="Pladsholder til tekst 3">
            <a:extLst>
              <a:ext uri="{FF2B5EF4-FFF2-40B4-BE49-F238E27FC236}">
                <a16:creationId xmlns:a16="http://schemas.microsoft.com/office/drawing/2014/main" id="{2BDAB250-9F0F-BE4C-9AF8-262BDAFD5E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199" y="4095207"/>
            <a:ext cx="10515599" cy="1325563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da-DK" dirty="0"/>
              <a:t>Beskrivelse af fakta</a:t>
            </a: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F63AA675-F399-D147-A7E0-F1FD67F000FF}"/>
              </a:ext>
            </a:extLst>
          </p:cNvPr>
          <p:cNvSpPr/>
          <p:nvPr userDrawn="1"/>
        </p:nvSpPr>
        <p:spPr>
          <a:xfrm flipV="1">
            <a:off x="4113242" y="3761599"/>
            <a:ext cx="3965512" cy="45719"/>
          </a:xfrm>
          <a:prstGeom prst="rect">
            <a:avLst/>
          </a:prstGeom>
          <a:solidFill>
            <a:srgbClr val="C54D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81064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6" name="Pladsholder til tekst 2">
            <a:extLst>
              <a:ext uri="{FF2B5EF4-FFF2-40B4-BE49-F238E27FC236}">
                <a16:creationId xmlns:a16="http://schemas.microsoft.com/office/drawing/2014/main" id="{FC8B3AAB-1B7F-384C-8F6B-7ADBF84370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7955" y="1371049"/>
            <a:ext cx="10515599" cy="467691"/>
          </a:xfrm>
        </p:spPr>
        <p:txBody>
          <a:bodyPr>
            <a:noAutofit/>
          </a:bodyPr>
          <a:lstStyle>
            <a:lvl1pPr marL="0" indent="0">
              <a:buNone/>
              <a:defRPr sz="2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da-DK" dirty="0"/>
              <a:t>Yderligere information (valgfrit)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740BFE59-D0F2-0545-A8FE-C2A7D4E5BB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2481755"/>
            <a:ext cx="10515599" cy="2537506"/>
          </a:xfrm>
        </p:spPr>
        <p:txBody>
          <a:bodyPr>
            <a:normAutofit/>
          </a:bodyPr>
          <a:lstStyle>
            <a:lvl1pPr marL="0" indent="0" algn="ctr">
              <a:buNone/>
              <a:defRPr sz="4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a-DK" dirty="0"/>
              <a:t>Citat indsættes her</a:t>
            </a:r>
          </a:p>
          <a:p>
            <a:pPr lvl="0"/>
            <a:r>
              <a:rPr lang="da-DK" dirty="0"/>
              <a:t>Husk ” før og efter</a:t>
            </a:r>
          </a:p>
        </p:txBody>
      </p:sp>
      <p:sp>
        <p:nvSpPr>
          <p:cNvPr id="8" name="Pladsholder til tekst 3">
            <a:extLst>
              <a:ext uri="{FF2B5EF4-FFF2-40B4-BE49-F238E27FC236}">
                <a16:creationId xmlns:a16="http://schemas.microsoft.com/office/drawing/2014/main" id="{2BDAB250-9F0F-BE4C-9AF8-262BDAFD5E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199" y="5038530"/>
            <a:ext cx="10515599" cy="382239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 dirty="0"/>
              <a:t>Kilde til citat skrives her</a:t>
            </a:r>
          </a:p>
        </p:txBody>
      </p:sp>
    </p:spTree>
    <p:extLst>
      <p:ext uri="{BB962C8B-B14F-4D97-AF65-F5344CB8AC3E}">
        <p14:creationId xmlns:p14="http://schemas.microsoft.com/office/powerpoint/2010/main" val="959610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ause slide N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dsholder til slidenummer 3"/>
          <p:cNvSpPr txBox="1">
            <a:spLocks/>
          </p:cNvSpPr>
          <p:nvPr userDrawn="1"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a-DK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 dirty="0"/>
          </a:p>
        </p:txBody>
      </p:sp>
      <p:sp>
        <p:nvSpPr>
          <p:cNvPr id="18" name="Tekstfelt 17"/>
          <p:cNvSpPr txBox="1"/>
          <p:nvPr userDrawn="1"/>
        </p:nvSpPr>
        <p:spPr>
          <a:xfrm>
            <a:off x="988235" y="5811029"/>
            <a:ext cx="1730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dirty="0">
                <a:solidFill>
                  <a:srgbClr val="383838"/>
                </a:solidFill>
              </a:rPr>
              <a:t>39 13 46 00</a:t>
            </a:r>
          </a:p>
        </p:txBody>
      </p:sp>
      <p:sp>
        <p:nvSpPr>
          <p:cNvPr id="19" name="Tekstfelt 18"/>
          <p:cNvSpPr txBox="1"/>
          <p:nvPr userDrawn="1"/>
        </p:nvSpPr>
        <p:spPr>
          <a:xfrm>
            <a:off x="3206837" y="5818532"/>
            <a:ext cx="32764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dirty="0">
                <a:solidFill>
                  <a:srgbClr val="383838"/>
                </a:solidFill>
              </a:rPr>
              <a:t>Axeltorv 6 4990 Nakskov</a:t>
            </a:r>
          </a:p>
        </p:txBody>
      </p:sp>
      <p:sp>
        <p:nvSpPr>
          <p:cNvPr id="20" name="Tekstfelt 19"/>
          <p:cNvSpPr txBox="1"/>
          <p:nvPr userDrawn="1"/>
        </p:nvSpPr>
        <p:spPr>
          <a:xfrm>
            <a:off x="7057361" y="5812809"/>
            <a:ext cx="18252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dirty="0">
                <a:solidFill>
                  <a:srgbClr val="383838"/>
                </a:solidFill>
              </a:rPr>
              <a:t>nota@nota.dk</a:t>
            </a:r>
          </a:p>
        </p:txBody>
      </p:sp>
      <p:sp>
        <p:nvSpPr>
          <p:cNvPr id="21" name="Tekstfelt 20"/>
          <p:cNvSpPr txBox="1"/>
          <p:nvPr userDrawn="1"/>
        </p:nvSpPr>
        <p:spPr>
          <a:xfrm>
            <a:off x="9745879" y="5683075"/>
            <a:ext cx="241289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rgbClr val="383838"/>
                </a:solidFill>
              </a:rPr>
              <a:t>www.nota.dk</a:t>
            </a:r>
          </a:p>
          <a:p>
            <a:r>
              <a:rPr lang="da-DK" sz="1600" dirty="0">
                <a:solidFill>
                  <a:srgbClr val="383838"/>
                </a:solidFill>
              </a:rPr>
              <a:t>facebook.com/nota.dk</a:t>
            </a:r>
          </a:p>
          <a:p>
            <a:r>
              <a:rPr lang="da-DK" sz="2000" dirty="0">
                <a:solidFill>
                  <a:srgbClr val="383838"/>
                </a:solidFill>
              </a:rPr>
              <a:t> </a:t>
            </a:r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C83CF17E-CFAE-E34F-B381-67BA360212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079" y="5762875"/>
            <a:ext cx="580155" cy="518154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4C3739A1-FC44-954D-8355-192B0B025B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110" y="5712687"/>
            <a:ext cx="685006" cy="611799"/>
          </a:xfrm>
          <a:prstGeom prst="rect">
            <a:avLst/>
          </a:prstGeom>
        </p:spPr>
      </p:pic>
      <p:pic>
        <p:nvPicPr>
          <p:cNvPr id="33" name="Billede 32">
            <a:extLst>
              <a:ext uri="{FF2B5EF4-FFF2-40B4-BE49-F238E27FC236}">
                <a16:creationId xmlns:a16="http://schemas.microsoft.com/office/drawing/2014/main" id="{2EBACD16-5E0C-C242-96FA-C5E75C73F28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328" y="5736266"/>
            <a:ext cx="740848" cy="661673"/>
          </a:xfrm>
          <a:prstGeom prst="rect">
            <a:avLst/>
          </a:prstGeom>
        </p:spPr>
      </p:pic>
      <p:pic>
        <p:nvPicPr>
          <p:cNvPr id="35" name="Billede 34">
            <a:extLst>
              <a:ext uri="{FF2B5EF4-FFF2-40B4-BE49-F238E27FC236}">
                <a16:creationId xmlns:a16="http://schemas.microsoft.com/office/drawing/2014/main" id="{D5D3F70F-A521-4444-9E3A-21833C77337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7132" y="5728588"/>
            <a:ext cx="663815" cy="592873"/>
          </a:xfrm>
          <a:prstGeom prst="rect">
            <a:avLst/>
          </a:prstGeom>
        </p:spPr>
      </p:pic>
      <p:pic>
        <p:nvPicPr>
          <p:cNvPr id="14" name="Billede 13">
            <a:extLst>
              <a:ext uri="{FF2B5EF4-FFF2-40B4-BE49-F238E27FC236}">
                <a16:creationId xmlns:a16="http://schemas.microsoft.com/office/drawing/2014/main" id="{9653FA3C-8195-8C4F-847D-0F973A300D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82880"/>
          </a:xfrm>
          <a:prstGeom prst="rect">
            <a:avLst/>
          </a:prstGeom>
        </p:spPr>
      </p:pic>
      <p:pic>
        <p:nvPicPr>
          <p:cNvPr id="15" name="Billede 14">
            <a:extLst>
              <a:ext uri="{FF2B5EF4-FFF2-40B4-BE49-F238E27FC236}">
                <a16:creationId xmlns:a16="http://schemas.microsoft.com/office/drawing/2014/main" id="{F7A18F65-A450-EF4F-9513-E4D2037BEA9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5120"/>
            <a:ext cx="12192000" cy="182880"/>
          </a:xfrm>
          <a:prstGeom prst="rect">
            <a:avLst/>
          </a:prstGeom>
        </p:spPr>
      </p:pic>
      <p:sp>
        <p:nvSpPr>
          <p:cNvPr id="17" name="Rectangle 2">
            <a:extLst>
              <a:ext uri="{FF2B5EF4-FFF2-40B4-BE49-F238E27FC236}">
                <a16:creationId xmlns:a16="http://schemas.microsoft.com/office/drawing/2014/main" id="{CCD18CB4-3754-F946-8A9F-5F7554170E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626993" y="3401234"/>
            <a:ext cx="533936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24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cs typeface="Times New Roman" panose="02020603050405020304" pitchFamily="18" charset="0"/>
              </a:rPr>
              <a:t>Det nationale bibliotek og videncenter for mennesker med læsevanskeligheder</a:t>
            </a:r>
            <a:endParaRPr kumimoji="0" lang="da-DK" altLang="da-DK" sz="2400" b="0" i="0" u="none" strike="noStrike" cap="none" normalizeH="0" baseline="0" dirty="0">
              <a:ln>
                <a:noFill/>
              </a:ln>
              <a:solidFill>
                <a:srgbClr val="383838"/>
              </a:solidFill>
              <a:effectLst/>
            </a:endParaRPr>
          </a:p>
        </p:txBody>
      </p:sp>
      <p:pic>
        <p:nvPicPr>
          <p:cNvPr id="23" name="Billede 22">
            <a:extLst>
              <a:ext uri="{FF2B5EF4-FFF2-40B4-BE49-F238E27FC236}">
                <a16:creationId xmlns:a16="http://schemas.microsoft.com/office/drawing/2014/main" id="{776DAB04-9ED1-DF4A-84F9-F8DFB0BA16B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476" y="1894365"/>
            <a:ext cx="4106237" cy="127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8616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 slide person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dsholder til slidenummer 3"/>
          <p:cNvSpPr txBox="1">
            <a:spLocks/>
          </p:cNvSpPr>
          <p:nvPr userDrawn="1"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a-DK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 dirty="0"/>
          </a:p>
        </p:txBody>
      </p:sp>
      <p:sp>
        <p:nvSpPr>
          <p:cNvPr id="22" name="Rectangle 2"/>
          <p:cNvSpPr>
            <a:spLocks noChangeArrowheads="1"/>
          </p:cNvSpPr>
          <p:nvPr userDrawn="1"/>
        </p:nvSpPr>
        <p:spPr bwMode="auto">
          <a:xfrm>
            <a:off x="3612133" y="2525572"/>
            <a:ext cx="533936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24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cs typeface="Times New Roman" panose="02020603050405020304" pitchFamily="18" charset="0"/>
              </a:rPr>
              <a:t>Det nationale bibliotek og videncenter for mennesker med læsevanskeligheder</a:t>
            </a:r>
            <a:endParaRPr kumimoji="0" lang="da-DK" altLang="da-DK" sz="2400" b="0" i="0" u="none" strike="noStrike" cap="none" normalizeH="0" baseline="0" dirty="0">
              <a:ln>
                <a:noFill/>
              </a:ln>
              <a:solidFill>
                <a:srgbClr val="383838"/>
              </a:solidFill>
              <a:effectLst/>
            </a:endParaRP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663AA1F5-4221-8947-8741-D2E02D78A8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616" y="1018703"/>
            <a:ext cx="4106237" cy="1279202"/>
          </a:xfrm>
          <a:prstGeom prst="rect">
            <a:avLst/>
          </a:prstGeom>
        </p:spPr>
      </p:pic>
      <p:sp>
        <p:nvSpPr>
          <p:cNvPr id="23" name="Rektangel 22">
            <a:extLst>
              <a:ext uri="{FF2B5EF4-FFF2-40B4-BE49-F238E27FC236}">
                <a16:creationId xmlns:a16="http://schemas.microsoft.com/office/drawing/2014/main" id="{AEEEB693-7219-E64B-A830-4B6F797ABCE8}"/>
              </a:ext>
            </a:extLst>
          </p:cNvPr>
          <p:cNvSpPr/>
          <p:nvPr userDrawn="1"/>
        </p:nvSpPr>
        <p:spPr>
          <a:xfrm flipV="1">
            <a:off x="2761298" y="3878734"/>
            <a:ext cx="6669403" cy="45719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Pladsholder til tekst 2">
            <a:extLst>
              <a:ext uri="{FF2B5EF4-FFF2-40B4-BE49-F238E27FC236}">
                <a16:creationId xmlns:a16="http://schemas.microsoft.com/office/drawing/2014/main" id="{9D6D8E20-A201-2C41-9312-77826EBA400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58431" y="4564343"/>
            <a:ext cx="8475133" cy="1713231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383838"/>
                </a:solidFill>
              </a:defRPr>
            </a:lvl1pPr>
          </a:lstStyle>
          <a:p>
            <a:pPr lvl="0"/>
            <a:r>
              <a:rPr lang="da-DK" dirty="0"/>
              <a:t>Her kan indsættes navn på konference, dato samt navne og e-mailadresser på dem der præsenterer. Informationer adskilles med linjeskift.</a:t>
            </a:r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B46217A5-5193-5143-89C2-7894BB99F1C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82880"/>
          </a:xfrm>
          <a:prstGeom prst="rect">
            <a:avLst/>
          </a:prstGeom>
        </p:spPr>
      </p:pic>
      <p:pic>
        <p:nvPicPr>
          <p:cNvPr id="9" name="Billede 8">
            <a:extLst>
              <a:ext uri="{FF2B5EF4-FFF2-40B4-BE49-F238E27FC236}">
                <a16:creationId xmlns:a16="http://schemas.microsoft.com/office/drawing/2014/main" id="{E1542D09-0FF4-B64A-A143-A7634A3FB1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5120"/>
            <a:ext cx="12192000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571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gangs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>
            <a:extLst>
              <a:ext uri="{FF2B5EF4-FFF2-40B4-BE49-F238E27FC236}">
                <a16:creationId xmlns:a16="http://schemas.microsoft.com/office/drawing/2014/main" id="{8AB54781-4989-C24C-B9FA-27B79D88D0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7488" y="902708"/>
            <a:ext cx="2994512" cy="4937760"/>
          </a:xfrm>
          <a:prstGeom prst="rect">
            <a:avLst/>
          </a:prstGeom>
        </p:spPr>
      </p:pic>
      <p:sp>
        <p:nvSpPr>
          <p:cNvPr id="10" name="Pladsholder til tekst 9">
            <a:extLst>
              <a:ext uri="{FF2B5EF4-FFF2-40B4-BE49-F238E27FC236}">
                <a16:creationId xmlns:a16="http://schemas.microsoft.com/office/drawing/2014/main" id="{5FCD0FD7-5C9A-674E-8A59-EBBA9850CE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6548" y="2703050"/>
            <a:ext cx="1391202" cy="946150"/>
          </a:xfrm>
        </p:spPr>
        <p:txBody>
          <a:bodyPr>
            <a:normAutofit/>
          </a:bodyPr>
          <a:lstStyle>
            <a:lvl1pPr marL="0" indent="0" algn="r">
              <a:buNone/>
              <a:defRPr sz="4800">
                <a:solidFill>
                  <a:srgbClr val="C54D02"/>
                </a:solidFill>
              </a:defRPr>
            </a:lvl1pPr>
          </a:lstStyle>
          <a:p>
            <a:pPr lvl="0"/>
            <a:r>
              <a:rPr lang="da-DK" dirty="0"/>
              <a:t>Nr.</a:t>
            </a:r>
          </a:p>
        </p:txBody>
      </p:sp>
      <p:sp>
        <p:nvSpPr>
          <p:cNvPr id="11" name="Pladsholder til tekst 9">
            <a:extLst>
              <a:ext uri="{FF2B5EF4-FFF2-40B4-BE49-F238E27FC236}">
                <a16:creationId xmlns:a16="http://schemas.microsoft.com/office/drawing/2014/main" id="{2BD7A4C4-EA91-CC4E-B7A7-3D2817244B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87750" y="2703049"/>
            <a:ext cx="5016500" cy="2884543"/>
          </a:xfrm>
        </p:spPr>
        <p:txBody>
          <a:bodyPr>
            <a:normAutofit/>
          </a:bodyPr>
          <a:lstStyle>
            <a:lvl1pPr marL="0" indent="0">
              <a:buNone/>
              <a:defRPr sz="4800">
                <a:solidFill>
                  <a:srgbClr val="383838"/>
                </a:solidFill>
              </a:defRPr>
            </a:lvl1pPr>
          </a:lstStyle>
          <a:p>
            <a:pPr lvl="0"/>
            <a:r>
              <a:rPr lang="da-DK" dirty="0"/>
              <a:t>Overgangstitel</a:t>
            </a:r>
          </a:p>
        </p:txBody>
      </p:sp>
    </p:spTree>
    <p:extLst>
      <p:ext uri="{BB962C8B-B14F-4D97-AF65-F5344CB8AC3E}">
        <p14:creationId xmlns:p14="http://schemas.microsoft.com/office/powerpoint/2010/main" val="3214281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image" Target="../media/image8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image" Target="../media/image8.png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1B0F1815-ECA5-6D4B-A040-F311D8B5DE0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2031"/>
            <a:ext cx="2771417" cy="821868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A0B00E6E-EBC6-5346-9877-4CA4CB2FCDB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7488" y="902708"/>
            <a:ext cx="2994512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018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713" r:id="rId2"/>
    <p:sldLayoutId id="2147483715" r:id="rId3"/>
    <p:sldLayoutId id="2147483699" r:id="rId4"/>
    <p:sldLayoutId id="214748373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 dirty="0"/>
              <a:t>Rediger typografien i masterens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14" name="Pladsholder til slidenummer 2"/>
          <p:cNvSpPr txBox="1">
            <a:spLocks/>
          </p:cNvSpPr>
          <p:nvPr userDrawn="1"/>
        </p:nvSpPr>
        <p:spPr>
          <a:xfrm>
            <a:off x="8685417" y="6284880"/>
            <a:ext cx="3240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a-DK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7F11F75-2774-4BDF-B167-252AE011E0A9}" type="slidenum">
              <a:rPr lang="da-DK" smtClean="0">
                <a:solidFill>
                  <a:srgbClr val="383838"/>
                </a:solidFill>
              </a:rPr>
              <a:pPr/>
              <a:t>‹#›</a:t>
            </a:fld>
            <a:endParaRPr lang="da-DK" dirty="0">
              <a:solidFill>
                <a:srgbClr val="383838"/>
              </a:solidFill>
            </a:endParaRP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C9CEE631-06D6-5648-A109-0D386A61A6E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82880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17B39725-0A99-FD4E-85B1-337C6F1DAF8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5120"/>
            <a:ext cx="12192000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36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2" r:id="rId2"/>
    <p:sldLayoutId id="2147483714" r:id="rId3"/>
    <p:sldLayoutId id="2147483678" r:id="rId4"/>
    <p:sldLayoutId id="2147483709" r:id="rId5"/>
    <p:sldLayoutId id="2147483675" r:id="rId6"/>
    <p:sldLayoutId id="2147483710" r:id="rId7"/>
    <p:sldLayoutId id="2147483729" r:id="rId8"/>
    <p:sldLayoutId id="2147483677" r:id="rId9"/>
    <p:sldLayoutId id="2147483676" r:id="rId10"/>
    <p:sldLayoutId id="2147483711" r:id="rId11"/>
    <p:sldLayoutId id="214748373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0" i="0" kern="1200">
          <a:solidFill>
            <a:srgbClr val="0074D9"/>
          </a:solidFill>
          <a:latin typeface="Calibri Light" panose="020F0302020204030204" pitchFamily="34" charset="0"/>
          <a:ea typeface="+mj-ea"/>
          <a:cs typeface="Calibri Light" panose="020F03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8383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8383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8383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8383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8383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 dirty="0"/>
              <a:t>Rediger typografien i masterens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14" name="Pladsholder til slidenummer 2"/>
          <p:cNvSpPr txBox="1">
            <a:spLocks/>
          </p:cNvSpPr>
          <p:nvPr userDrawn="1"/>
        </p:nvSpPr>
        <p:spPr>
          <a:xfrm>
            <a:off x="8685417" y="6284880"/>
            <a:ext cx="3240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a-DK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7F11F75-2774-4BDF-B167-252AE011E0A9}" type="slidenum">
              <a:rPr lang="da-DK" smtClean="0">
                <a:solidFill>
                  <a:srgbClr val="383838"/>
                </a:solidFill>
              </a:rPr>
              <a:pPr/>
              <a:t>‹#›</a:t>
            </a:fld>
            <a:endParaRPr lang="da-DK" dirty="0">
              <a:solidFill>
                <a:srgbClr val="383838"/>
              </a:solidFill>
            </a:endParaRP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C9CEE631-06D6-5648-A109-0D386A61A6E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82880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17B39725-0A99-FD4E-85B1-337C6F1DAF8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5120"/>
            <a:ext cx="12192000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89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30" r:id="rId8"/>
    <p:sldLayoutId id="2147483724" r:id="rId9"/>
    <p:sldLayoutId id="2147483725" r:id="rId10"/>
    <p:sldLayoutId id="214748372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0" i="0" kern="1200">
          <a:solidFill>
            <a:srgbClr val="0074D9"/>
          </a:solidFill>
          <a:latin typeface="Calibri Light" panose="020F0302020204030204" pitchFamily="34" charset="0"/>
          <a:ea typeface="+mj-ea"/>
          <a:cs typeface="Calibri Light" panose="020F03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8383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8383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8383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8383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8383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1A86782B-4E6E-0B4B-B4DC-6380705BF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7C3217D-BCCB-9B42-9152-0393F6FB6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A95A279-8FE0-EB4D-B6CC-8FE9927506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101B6-9FE4-A441-BA9E-EB4796521961}" type="datetimeFigureOut">
              <a:rPr lang="da-DK" smtClean="0"/>
              <a:t>12.08.2026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E866B57-A80B-824D-B1E5-EECD402E7F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E449ADB-4206-4F44-B909-487682656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D3F01-BE8D-0C47-92DA-22F72A1178F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90228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12" r:id="rId2"/>
    <p:sldLayoutId id="214748370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otalib/workshop-helm-chart-todo" TargetMode="External"/><Relationship Id="rId2" Type="http://schemas.openxmlformats.org/officeDocument/2006/relationships/hyperlink" Target="https://helm.sh/docs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otalib/workshop-helm-chart-todo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kb-dk.atlassian.net/wiki/x/B4BAUQ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otalib/devops-demo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E60F3E3-A476-C9E1-0F93-CB1738B7DC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4067" y="2164333"/>
            <a:ext cx="8011508" cy="2414552"/>
          </a:xfrm>
        </p:spPr>
        <p:txBody>
          <a:bodyPr>
            <a:normAutofit/>
          </a:bodyPr>
          <a:lstStyle/>
          <a:p>
            <a:r>
              <a:rPr lang="en-DK" sz="5400" dirty="0"/>
              <a:t>Kubernetes Workshop #2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A2C35F-0930-4351-C600-662E3ED494F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44068" y="3017534"/>
            <a:ext cx="7566795" cy="546100"/>
          </a:xfrm>
        </p:spPr>
        <p:txBody>
          <a:bodyPr>
            <a:normAutofit/>
          </a:bodyPr>
          <a:lstStyle/>
          <a:p>
            <a:r>
              <a:rPr lang="en-DK" sz="2800" dirty="0"/>
              <a:t>Helm Charts</a:t>
            </a:r>
          </a:p>
        </p:txBody>
      </p:sp>
    </p:spTree>
    <p:extLst>
      <p:ext uri="{BB962C8B-B14F-4D97-AF65-F5344CB8AC3E}">
        <p14:creationId xmlns:p14="http://schemas.microsoft.com/office/powerpoint/2010/main" val="3891699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DEC703-19F7-3DDC-DD3D-A811BE743C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9365" y="1689494"/>
            <a:ext cx="2211435" cy="1402497"/>
          </a:xfrm>
        </p:spPr>
        <p:txBody>
          <a:bodyPr>
            <a:normAutofit fontScale="77500" lnSpcReduction="20000"/>
          </a:bodyPr>
          <a:lstStyle/>
          <a:p>
            <a:r>
              <a:rPr lang="en-DK" dirty="0"/>
              <a:t>Workshop</a:t>
            </a:r>
            <a:br>
              <a:rPr lang="en-DK" dirty="0"/>
            </a:br>
            <a:r>
              <a:rPr lang="en-DK" dirty="0"/>
              <a:t>indhold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70071-98AF-1E51-A08C-DC0949918E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45069" y="1675528"/>
            <a:ext cx="6838295" cy="3801446"/>
          </a:xfrm>
        </p:spPr>
        <p:txBody>
          <a:bodyPr>
            <a:normAutofit/>
          </a:bodyPr>
          <a:lstStyle/>
          <a:p>
            <a:pPr marL="914400" indent="-914400">
              <a:buFont typeface="+mj-lt"/>
              <a:buAutoNum type="arabicPeriod"/>
            </a:pPr>
            <a:r>
              <a:rPr lang="en-DK" sz="4000" dirty="0"/>
              <a:t>Helm chart basics</a:t>
            </a:r>
          </a:p>
          <a:p>
            <a:pPr marL="914400" indent="-914400">
              <a:buFont typeface="+mj-lt"/>
              <a:buAutoNum type="arabicPeriod"/>
            </a:pPr>
            <a:r>
              <a:rPr lang="en-DK" sz="4000" dirty="0"/>
              <a:t>Exercise:</a:t>
            </a:r>
            <a:br>
              <a:rPr lang="en-DK" sz="4000" dirty="0"/>
            </a:br>
            <a:r>
              <a:rPr lang="en-DK" sz="4000" dirty="0"/>
              <a:t>Write helm chart</a:t>
            </a:r>
          </a:p>
        </p:txBody>
      </p:sp>
    </p:spTree>
    <p:extLst>
      <p:ext uri="{BB962C8B-B14F-4D97-AF65-F5344CB8AC3E}">
        <p14:creationId xmlns:p14="http://schemas.microsoft.com/office/powerpoint/2010/main" val="507763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>
            <a:extLst>
              <a:ext uri="{FF2B5EF4-FFF2-40B4-BE49-F238E27FC236}">
                <a16:creationId xmlns:a16="http://schemas.microsoft.com/office/drawing/2014/main" id="{9D24A061-C323-8A4F-8E89-14C21DF623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/>
              <a:t>1.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4EFCCC45-2736-FB49-8F57-5E5E55DF59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a-DK" dirty="0"/>
              <a:t>Helm </a:t>
            </a:r>
            <a:r>
              <a:rPr lang="da-DK" dirty="0" err="1"/>
              <a:t>chart</a:t>
            </a:r>
            <a:r>
              <a:rPr lang="da-DK" dirty="0"/>
              <a:t> basics</a:t>
            </a:r>
          </a:p>
        </p:txBody>
      </p:sp>
    </p:spTree>
    <p:extLst>
      <p:ext uri="{BB962C8B-B14F-4D97-AF65-F5344CB8AC3E}">
        <p14:creationId xmlns:p14="http://schemas.microsoft.com/office/powerpoint/2010/main" val="2456823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9C3F1-F316-014D-AC11-AAD2E95FF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842" y="398631"/>
            <a:ext cx="10515600" cy="1325563"/>
          </a:xfrm>
        </p:spPr>
        <p:txBody>
          <a:bodyPr/>
          <a:lstStyle/>
          <a:p>
            <a:r>
              <a:rPr lang="en-DK" dirty="0"/>
              <a:t>Helm charts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90A3FA-1F88-B63A-94DA-EC12D0B04809}"/>
              </a:ext>
            </a:extLst>
          </p:cNvPr>
          <p:cNvSpPr txBox="1"/>
          <p:nvPr/>
        </p:nvSpPr>
        <p:spPr>
          <a:xfrm>
            <a:off x="745843" y="1573162"/>
            <a:ext cx="7058244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0" i="0" dirty="0">
                <a:solidFill>
                  <a:srgbClr val="333333"/>
                </a:solidFill>
                <a:effectLst/>
                <a:latin typeface="Public Sans"/>
              </a:rPr>
              <a:t>Helm uses a packaging format called </a:t>
            </a:r>
            <a:r>
              <a:rPr lang="en-GB" sz="2000" b="0" i="1" dirty="0">
                <a:solidFill>
                  <a:srgbClr val="333333"/>
                </a:solidFill>
                <a:effectLst/>
                <a:latin typeface="Public Sans"/>
              </a:rPr>
              <a:t>charts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Public Sans"/>
              </a:rPr>
              <a:t>.</a:t>
            </a:r>
          </a:p>
          <a:p>
            <a:endParaRPr lang="en-GB" sz="2000" dirty="0">
              <a:solidFill>
                <a:srgbClr val="333333"/>
              </a:solidFill>
              <a:latin typeface="Public Sans"/>
            </a:endParaRPr>
          </a:p>
          <a:p>
            <a:r>
              <a:rPr lang="en-GB" sz="2000" b="0" i="0" dirty="0">
                <a:solidFill>
                  <a:srgbClr val="333333"/>
                </a:solidFill>
                <a:effectLst/>
                <a:latin typeface="Public Sans"/>
              </a:rPr>
              <a:t>A chart is a collection of files that describe </a:t>
            </a:r>
            <a:r>
              <a:rPr lang="en-GB" sz="2000" b="1" i="0" dirty="0">
                <a:solidFill>
                  <a:srgbClr val="333333"/>
                </a:solidFill>
                <a:effectLst/>
                <a:latin typeface="Public Sans"/>
              </a:rPr>
              <a:t>a related set of Kubernetes resources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Public Sans"/>
              </a:rPr>
              <a:t>, </a:t>
            </a:r>
            <a:r>
              <a:rPr lang="en-GB" sz="2000" b="1" i="0" dirty="0">
                <a:solidFill>
                  <a:srgbClr val="333333"/>
                </a:solidFill>
                <a:effectLst/>
                <a:latin typeface="Public Sans"/>
              </a:rPr>
              <a:t>which are templated 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Public Sans"/>
              </a:rPr>
              <a:t>so that key parts can be </a:t>
            </a:r>
            <a:r>
              <a:rPr lang="en-GB" sz="2000" i="0" dirty="0">
                <a:solidFill>
                  <a:srgbClr val="333333"/>
                </a:solidFill>
                <a:effectLst/>
                <a:latin typeface="Public Sans"/>
              </a:rPr>
              <a:t>changed dynamically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Public Sans"/>
              </a:rPr>
              <a:t>.</a:t>
            </a:r>
          </a:p>
          <a:p>
            <a:endParaRPr lang="en-GB" sz="2000" dirty="0">
              <a:solidFill>
                <a:srgbClr val="333333"/>
              </a:solidFill>
              <a:latin typeface="Public Sans"/>
            </a:endParaRPr>
          </a:p>
          <a:p>
            <a:r>
              <a:rPr lang="en-DK" sz="2000" dirty="0">
                <a:solidFill>
                  <a:schemeClr val="bg2">
                    <a:lumMod val="10000"/>
                  </a:schemeClr>
                </a:solidFill>
                <a:latin typeface="Public Sans"/>
              </a:rPr>
              <a:t>Analogies: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Docker-compose for Kubernetes.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If a container is a single lego-brick, then a helm-chart is the instructionbook for your “lego-set”.</a:t>
            </a:r>
          </a:p>
          <a:p>
            <a:endParaRPr lang="en-GB" sz="2000" dirty="0">
              <a:solidFill>
                <a:srgbClr val="333333"/>
              </a:solidFill>
              <a:latin typeface="Public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71C4E5-D8CD-7A56-07BB-4E9E7F4D3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4469" y="3018303"/>
            <a:ext cx="3951688" cy="289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871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9DF90-E4E3-04A9-423A-8612CD2A5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What problem does it solve?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FC19C-0C2F-8BB7-FCFF-A4BC24C827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GB" dirty="0"/>
              <a:t>Raw Kubernetes YAML is:</a:t>
            </a:r>
          </a:p>
          <a:p>
            <a:pPr lvl="1"/>
            <a:r>
              <a:rPr lang="en-GB" dirty="0"/>
              <a:t>Repetitive</a:t>
            </a:r>
          </a:p>
          <a:p>
            <a:pPr lvl="1"/>
            <a:r>
              <a:rPr lang="en-GB" dirty="0"/>
              <a:t>Hard to reuse</a:t>
            </a:r>
          </a:p>
          <a:p>
            <a:pPr lvl="1"/>
            <a:r>
              <a:rPr lang="en-GB" dirty="0"/>
              <a:t>Hard to configure per environment</a:t>
            </a:r>
          </a:p>
          <a:p>
            <a:pPr lvl="1"/>
            <a:endParaRPr lang="en-GB" dirty="0"/>
          </a:p>
          <a:p>
            <a:r>
              <a:rPr lang="en-GB" dirty="0"/>
              <a:t>Helm adds:</a:t>
            </a:r>
          </a:p>
          <a:p>
            <a:pPr lvl="1"/>
            <a:r>
              <a:rPr lang="en-GB" b="1" dirty="0"/>
              <a:t>Parameters</a:t>
            </a:r>
          </a:p>
          <a:p>
            <a:pPr lvl="1"/>
            <a:r>
              <a:rPr lang="en-GB" b="1" dirty="0"/>
              <a:t>Defaults</a:t>
            </a:r>
          </a:p>
          <a:p>
            <a:pPr lvl="1"/>
            <a:r>
              <a:rPr lang="en-GB" b="1" dirty="0"/>
              <a:t>Reuse</a:t>
            </a:r>
          </a:p>
          <a:p>
            <a:pPr lvl="1"/>
            <a:r>
              <a:rPr lang="en-GB" b="1" dirty="0"/>
              <a:t>Packaging</a:t>
            </a:r>
          </a:p>
          <a:p>
            <a:endParaRPr lang="en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76574E-FBC0-9850-10FC-535E0197F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167" y="3429000"/>
            <a:ext cx="6585710" cy="215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422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B0BA4-B745-C0FA-8A10-63A987273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623D8-FF87-6AE2-D9DB-AEF7AF97E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Helm chart –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671CC4-4B65-2247-BCD1-03C0310820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32" y="1690688"/>
            <a:ext cx="10840724" cy="4442517"/>
          </a:xfrm>
        </p:spPr>
        <p:txBody>
          <a:bodyPr>
            <a:normAutofit lnSpcReduction="10000"/>
          </a:bodyPr>
          <a:lstStyle/>
          <a:p>
            <a:r>
              <a:rPr lang="en-GB" dirty="0" err="1"/>
              <a:t>Chart.yaml</a:t>
            </a:r>
            <a:endParaRPr lang="en-GB" dirty="0"/>
          </a:p>
          <a:p>
            <a:pPr lvl="1"/>
            <a:r>
              <a:rPr lang="en-GB" dirty="0"/>
              <a:t>Metadata about the application.</a:t>
            </a:r>
          </a:p>
          <a:p>
            <a:pPr lvl="1"/>
            <a:r>
              <a:rPr lang="en-GB" dirty="0"/>
              <a:t>v</a:t>
            </a:r>
            <a:r>
              <a:rPr lang="en-DK" dirty="0"/>
              <a:t>ersion: Semver of the helm chart, can change independently of the app.</a:t>
            </a:r>
          </a:p>
          <a:p>
            <a:pPr lvl="1"/>
            <a:r>
              <a:rPr lang="en-DK" dirty="0"/>
              <a:t>appVersion: Semver of the contained app which will be installed.</a:t>
            </a:r>
          </a:p>
          <a:p>
            <a:pPr lvl="1"/>
            <a:endParaRPr lang="en-DK" dirty="0"/>
          </a:p>
          <a:p>
            <a:r>
              <a:rPr lang="en-DK" dirty="0"/>
              <a:t>values.yaml</a:t>
            </a:r>
          </a:p>
          <a:p>
            <a:pPr lvl="1"/>
            <a:r>
              <a:rPr lang="en-DK" dirty="0">
                <a:latin typeface="Calibri" panose="020F0502020204030204" pitchFamily="34" charset="0"/>
                <a:cs typeface="Calibri" panose="020F0502020204030204" pitchFamily="34" charset="0"/>
              </a:rPr>
              <a:t>Values used to template in k8s resources.</a:t>
            </a:r>
          </a:p>
          <a:p>
            <a:pPr lvl="1"/>
            <a:r>
              <a:rPr lang="en-DK" dirty="0">
                <a:latin typeface="Calibri" panose="020F0502020204030204" pitchFamily="34" charset="0"/>
                <a:cs typeface="Calibri" panose="020F0502020204030204" pitchFamily="34" charset="0"/>
              </a:rPr>
              <a:t>Should have sane defaults for installation.</a:t>
            </a:r>
          </a:p>
          <a:p>
            <a:pPr lvl="1"/>
            <a:r>
              <a:rPr lang="en-DK" dirty="0">
                <a:latin typeface="Calibri" panose="020F0502020204030204" pitchFamily="34" charset="0"/>
                <a:cs typeface="Calibri" panose="020F0502020204030204" pitchFamily="34" charset="0"/>
              </a:rPr>
              <a:t>Can have a full schema for validation before install.</a:t>
            </a:r>
          </a:p>
          <a:p>
            <a:pPr lvl="1"/>
            <a:endParaRPr lang="en-DK" dirty="0"/>
          </a:p>
          <a:p>
            <a:r>
              <a:rPr lang="en-GB" dirty="0"/>
              <a:t>t</a:t>
            </a:r>
            <a:r>
              <a:rPr lang="en-DK" dirty="0"/>
              <a:t>emplates/ </a:t>
            </a:r>
          </a:p>
          <a:p>
            <a:pPr lvl="1"/>
            <a:r>
              <a:rPr lang="en-GB" dirty="0"/>
              <a:t>A directory of k8s resource templates </a:t>
            </a:r>
            <a:r>
              <a:rPr lang="en-DK" dirty="0">
                <a:latin typeface="Calibri" panose="020F0502020204030204" pitchFamily="34" charset="0"/>
                <a:cs typeface="Calibri" panose="020F0502020204030204" pitchFamily="34" charset="0"/>
              </a:rPr>
              <a:t>(Deployments, Secrets, Services, etc.)</a:t>
            </a:r>
            <a:endParaRPr lang="en-GB" dirty="0"/>
          </a:p>
          <a:p>
            <a:pPr lvl="1"/>
            <a:r>
              <a:rPr lang="en-GB" dirty="0"/>
              <a:t>When combined with values, will generate valid Kubernetes manifest files.</a:t>
            </a:r>
            <a:endParaRPr lang="en-DK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717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53373-B0D2-3DF2-1781-285D50163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DK" dirty="0"/>
              <a:t>Helm chart – Basics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FC3F5-1B53-5760-2ABF-5E313010ED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DK" dirty="0"/>
              <a:t>Required files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Chart.yml 		</a:t>
            </a:r>
            <a:r>
              <a:rPr lang="en-DK" dirty="0">
                <a:sym typeface="Wingdings" pitchFamily="2" charset="2"/>
              </a:rPr>
              <a:t>  </a:t>
            </a:r>
            <a:r>
              <a:rPr lang="en-DK" dirty="0"/>
              <a:t>Metadata about the chart/app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dirty="0"/>
              <a:t>v</a:t>
            </a:r>
            <a:r>
              <a:rPr lang="en-DK" dirty="0"/>
              <a:t>alues.yml 		</a:t>
            </a:r>
            <a:r>
              <a:rPr lang="en-DK" dirty="0">
                <a:sym typeface="Wingdings" pitchFamily="2" charset="2"/>
              </a:rPr>
              <a:t>  </a:t>
            </a:r>
            <a:r>
              <a:rPr lang="en-DK" dirty="0"/>
              <a:t>Template variables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dirty="0"/>
              <a:t>./t</a:t>
            </a:r>
            <a:r>
              <a:rPr lang="en-DK" dirty="0"/>
              <a:t>emplate/*.yml 	</a:t>
            </a:r>
            <a:r>
              <a:rPr lang="en-DK" dirty="0">
                <a:sym typeface="Wingdings" pitchFamily="2" charset="2"/>
              </a:rPr>
              <a:t>  </a:t>
            </a:r>
            <a:r>
              <a:rPr lang="en-DK" dirty="0"/>
              <a:t>Templated k8s resources</a:t>
            </a:r>
          </a:p>
          <a:p>
            <a:pPr lvl="1"/>
            <a:endParaRPr lang="en-DK" dirty="0"/>
          </a:p>
          <a:p>
            <a:r>
              <a:rPr lang="en-DK" dirty="0"/>
              <a:t>Special files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./template/_helpers.tpl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./template/NOTES.txt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dirty="0"/>
              <a:t>v</a:t>
            </a:r>
            <a:r>
              <a:rPr lang="en-DK" dirty="0"/>
              <a:t>alues.schema.json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.helmignore</a:t>
            </a:r>
          </a:p>
        </p:txBody>
      </p:sp>
      <p:pic>
        <p:nvPicPr>
          <p:cNvPr id="6" name="Picture 5" descr="helm Vector Icons free download in SVG, PNG Format">
            <a:extLst>
              <a:ext uri="{FF2B5EF4-FFF2-40B4-BE49-F238E27FC236}">
                <a16:creationId xmlns:a16="http://schemas.microsoft.com/office/drawing/2014/main" id="{9F7EB4B4-9327-3909-801C-8FE01E302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157" y="489031"/>
            <a:ext cx="1868611" cy="1868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6772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393AB-DBBE-F033-9C55-FDF40BB72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How templating works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53A32-BA9B-8878-ACFC-565D744BE3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You write </a:t>
            </a:r>
            <a:r>
              <a:rPr lang="en-GB" b="1" dirty="0"/>
              <a:t>normal Kubernetes YAML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You replace hardcoded values with </a:t>
            </a:r>
            <a:r>
              <a:rPr lang="en-GB" b="1" dirty="0"/>
              <a:t>placeholders:</a:t>
            </a:r>
            <a:br>
              <a:rPr lang="en-GB" b="1" dirty="0"/>
            </a:br>
            <a:br>
              <a:rPr lang="en-GB" b="1" dirty="0"/>
            </a:br>
            <a:r>
              <a:rPr lang="en-GB" sz="20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image: </a:t>
            </a:r>
            <a:r>
              <a:rPr lang="en-GB" sz="2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{{ .</a:t>
            </a:r>
            <a:r>
              <a:rPr lang="en-GB" sz="20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Values.image.repository</a:t>
            </a:r>
            <a:r>
              <a:rPr lang="en-GB" sz="2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}}</a:t>
            </a:r>
            <a:r>
              <a:rPr lang="en-GB" sz="20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GB" sz="2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{{ .</a:t>
            </a:r>
            <a:r>
              <a:rPr lang="en-GB" sz="20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Values.image.tag</a:t>
            </a:r>
            <a:r>
              <a:rPr lang="en-GB" sz="2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}}</a:t>
            </a:r>
            <a:br>
              <a:rPr lang="en-GB" b="1" dirty="0">
                <a:highlight>
                  <a:srgbClr val="C0C0C0"/>
                </a:highlight>
              </a:rPr>
            </a:br>
            <a:endParaRPr lang="en-GB" b="1" dirty="0">
              <a:highlight>
                <a:srgbClr val="C0C0C0"/>
              </a:highlight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You define defaults in </a:t>
            </a:r>
            <a:r>
              <a:rPr lang="en-GB" dirty="0" err="1"/>
              <a:t>values.yaml</a:t>
            </a:r>
            <a:br>
              <a:rPr lang="en-GB" dirty="0"/>
            </a:br>
            <a:br>
              <a:rPr lang="en-GB" dirty="0"/>
            </a:br>
            <a:r>
              <a:rPr lang="en-GB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image:</a:t>
            </a:r>
          </a:p>
          <a:p>
            <a:pPr marL="0" indent="0">
              <a:buNone/>
            </a:pPr>
            <a:r>
              <a:rPr lang="en-GB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repository: "</a:t>
            </a:r>
            <a:r>
              <a:rPr lang="en-GB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ghcr.io</a:t>
            </a:r>
            <a:r>
              <a:rPr lang="en-GB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notalib</a:t>
            </a:r>
            <a:r>
              <a:rPr lang="en-GB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/exam-backend"</a:t>
            </a:r>
          </a:p>
          <a:p>
            <a:pPr marL="0" indent="0">
              <a:buNone/>
            </a:pPr>
            <a:r>
              <a:rPr lang="en-GB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tag: "1.2.3"</a:t>
            </a:r>
          </a:p>
        </p:txBody>
      </p:sp>
    </p:spTree>
    <p:extLst>
      <p:ext uri="{BB962C8B-B14F-4D97-AF65-F5344CB8AC3E}">
        <p14:creationId xmlns:p14="http://schemas.microsoft.com/office/powerpoint/2010/main" val="1375838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B4575-6F4C-F78F-B293-8C0C11671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What helm does on install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B46F3-6C9F-7913-D0FA-05C5EB13FF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32" y="1690689"/>
            <a:ext cx="10515600" cy="218683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a-DK" dirty="0"/>
              <a:t>Helm </a:t>
            </a:r>
            <a:r>
              <a:rPr lang="da-DK" dirty="0" err="1"/>
              <a:t>simply</a:t>
            </a:r>
            <a:r>
              <a:rPr lang="da-DK" dirty="0"/>
              <a:t> </a:t>
            </a:r>
            <a:r>
              <a:rPr lang="da-DK" dirty="0" err="1"/>
              <a:t>substitutes</a:t>
            </a:r>
            <a:r>
              <a:rPr lang="da-DK" dirty="0"/>
              <a:t> the templates with given variables, </a:t>
            </a:r>
            <a:r>
              <a:rPr lang="da-DK" dirty="0" err="1"/>
              <a:t>then</a:t>
            </a:r>
            <a:r>
              <a:rPr lang="da-DK" dirty="0"/>
              <a:t> </a:t>
            </a:r>
            <a:r>
              <a:rPr lang="da-DK" dirty="0" err="1"/>
              <a:t>applies</a:t>
            </a:r>
            <a:r>
              <a:rPr lang="da-DK" dirty="0"/>
              <a:t> the </a:t>
            </a:r>
            <a:r>
              <a:rPr lang="da-DK" dirty="0" err="1"/>
              <a:t>generated</a:t>
            </a:r>
            <a:r>
              <a:rPr lang="da-DK" dirty="0"/>
              <a:t> k8s </a:t>
            </a:r>
            <a:r>
              <a:rPr lang="da-DK" dirty="0" err="1"/>
              <a:t>resources</a:t>
            </a:r>
            <a:r>
              <a:rPr lang="da-DK" dirty="0"/>
              <a:t> to the </a:t>
            </a:r>
            <a:r>
              <a:rPr lang="da-DK" dirty="0" err="1"/>
              <a:t>current</a:t>
            </a:r>
            <a:r>
              <a:rPr lang="da-DK" dirty="0"/>
              <a:t> </a:t>
            </a:r>
            <a:r>
              <a:rPr lang="da-DK" dirty="0" err="1"/>
              <a:t>Kubernetes</a:t>
            </a:r>
            <a:r>
              <a:rPr lang="da-DK" dirty="0"/>
              <a:t> </a:t>
            </a:r>
            <a:r>
              <a:rPr lang="da-DK" dirty="0" err="1"/>
              <a:t>context</a:t>
            </a:r>
            <a:r>
              <a:rPr lang="da-DK" dirty="0"/>
              <a:t>.</a:t>
            </a:r>
            <a:endParaRPr lang="en-DK" dirty="0"/>
          </a:p>
          <a:p>
            <a:endParaRPr lang="en-DK" dirty="0"/>
          </a:p>
          <a:p>
            <a:pPr marL="0" indent="0">
              <a:buNone/>
            </a:pPr>
            <a:r>
              <a:rPr lang="en-DK" dirty="0">
                <a:highlight>
                  <a:srgbClr val="D6ECCB"/>
                </a:highlight>
              </a:rPr>
              <a:t>helm install</a:t>
            </a:r>
            <a:r>
              <a:rPr lang="en-DK" dirty="0"/>
              <a:t> =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h</a:t>
            </a:r>
            <a:r>
              <a:rPr lang="en-DK" sz="20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elm template ./my-chart -f -my-values.yml</a:t>
            </a:r>
          </a:p>
          <a:p>
            <a:pPr marL="457200" indent="-457200">
              <a:buFont typeface="+mj-lt"/>
              <a:buAutoNum type="arabicPeriod"/>
            </a:pPr>
            <a:r>
              <a:rPr lang="en-DK" sz="2000" dirty="0">
                <a:latin typeface="Consolas" panose="020B0609020204030204" pitchFamily="49" charset="0"/>
                <a:cs typeface="Consolas" panose="020B0609020204030204" pitchFamily="49" charset="0"/>
              </a:rPr>
              <a:t>&gt;&gt; turned into Kubernetes resources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lang="en-DK" sz="2000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ubectl apply</a:t>
            </a:r>
            <a:r>
              <a:rPr lang="en-DK" sz="2000" dirty="0">
                <a:latin typeface="Consolas" panose="020B0609020204030204" pitchFamily="49" charset="0"/>
                <a:cs typeface="Consolas" panose="020B0609020204030204" pitchFamily="49" charset="0"/>
              </a:rPr>
              <a:t> those resources (into a specific namespace)</a:t>
            </a:r>
          </a:p>
        </p:txBody>
      </p:sp>
      <p:pic>
        <p:nvPicPr>
          <p:cNvPr id="5" name="Picture 4" descr="4 - Helm Template Engine">
            <a:extLst>
              <a:ext uri="{FF2B5EF4-FFF2-40B4-BE49-F238E27FC236}">
                <a16:creationId xmlns:a16="http://schemas.microsoft.com/office/drawing/2014/main" id="{94100575-5AA0-2C21-34C6-5AA2375413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13" b="6107"/>
          <a:stretch>
            <a:fillRect/>
          </a:stretch>
        </p:blipFill>
        <p:spPr>
          <a:xfrm>
            <a:off x="2241842" y="4020580"/>
            <a:ext cx="7708315" cy="247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233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0184D-FA02-65E6-F5B5-6420B87E8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Helm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05F4F-368C-7805-9913-67C22FF7DF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DK" b="1" dirty="0"/>
              <a:t>But it also!</a:t>
            </a:r>
          </a:p>
          <a:p>
            <a:r>
              <a:rPr lang="en-DK" dirty="0"/>
              <a:t>Has hooks for install/upgrade events</a:t>
            </a:r>
          </a:p>
          <a:p>
            <a:pPr lvl="1"/>
            <a:r>
              <a:rPr lang="en-DK" dirty="0"/>
              <a:t>Fx. run this DB migration job as a hook on every upgrade.</a:t>
            </a:r>
          </a:p>
          <a:p>
            <a:r>
              <a:rPr lang="en-DK" dirty="0"/>
              <a:t>Keeps a release history</a:t>
            </a:r>
          </a:p>
          <a:p>
            <a:pPr lvl="1"/>
            <a:r>
              <a:rPr lang="en-DK" dirty="0"/>
              <a:t>Chart version and values used for each revision number.</a:t>
            </a:r>
          </a:p>
          <a:p>
            <a:r>
              <a:rPr lang="en-DK" dirty="0"/>
              <a:t>Validates that applied resources settles into a “ready” state.</a:t>
            </a:r>
          </a:p>
          <a:p>
            <a:r>
              <a:rPr lang="en-DK" dirty="0"/>
              <a:t>Can auto-rollback if the upgraded resources do not become ready.</a:t>
            </a:r>
          </a:p>
          <a:p>
            <a:endParaRPr lang="en-DK" dirty="0"/>
          </a:p>
          <a:p>
            <a:pPr marL="0" indent="0">
              <a:buNone/>
            </a:pPr>
            <a:r>
              <a:rPr lang="en-DK" dirty="0"/>
              <a:t>In short</a:t>
            </a:r>
          </a:p>
          <a:p>
            <a:r>
              <a:rPr lang="en-GB" dirty="0"/>
              <a:t>Helm is a </a:t>
            </a:r>
            <a:r>
              <a:rPr lang="en-GB" b="1" dirty="0"/>
              <a:t>release manager and template engine</a:t>
            </a:r>
            <a:r>
              <a:rPr lang="en-GB" dirty="0"/>
              <a:t>, not a runtime controller.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124857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>
            <a:extLst>
              <a:ext uri="{FF2B5EF4-FFF2-40B4-BE49-F238E27FC236}">
                <a16:creationId xmlns:a16="http://schemas.microsoft.com/office/drawing/2014/main" id="{9D24A061-C323-8A4F-8E89-14C21DF623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2.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4EFCCC45-2736-FB49-8F57-5E5E55DF59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a-DK" dirty="0" err="1"/>
              <a:t>Exercise</a:t>
            </a:r>
            <a:r>
              <a:rPr lang="da-DK" dirty="0"/>
              <a:t>:</a:t>
            </a:r>
            <a:br>
              <a:rPr lang="da-DK" dirty="0"/>
            </a:br>
            <a:r>
              <a:rPr lang="da-DK" dirty="0"/>
              <a:t>Write a helm-</a:t>
            </a:r>
            <a:r>
              <a:rPr lang="da-DK" dirty="0" err="1"/>
              <a:t>chart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53972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C29DB-DC8D-7B3A-4C9E-474E703F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Let’s write a helm chart!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D25952-9754-D37B-A8ED-85326CF67C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32" y="1690688"/>
            <a:ext cx="10515600" cy="4802187"/>
          </a:xfrm>
        </p:spPr>
        <p:txBody>
          <a:bodyPr>
            <a:normAutofit fontScale="92500" lnSpcReduction="20000"/>
          </a:bodyPr>
          <a:lstStyle/>
          <a:p>
            <a:r>
              <a:rPr lang="en-DK" dirty="0"/>
              <a:t>Assignment:</a:t>
            </a:r>
          </a:p>
          <a:p>
            <a:pPr lvl="1"/>
            <a:r>
              <a:rPr lang="en-DK" dirty="0"/>
              <a:t>Create a small chart that contains a single:</a:t>
            </a:r>
          </a:p>
          <a:p>
            <a:pPr lvl="2"/>
            <a:r>
              <a:rPr lang="en-DK" dirty="0"/>
              <a:t>Deployment, Service and Ingress</a:t>
            </a:r>
          </a:p>
          <a:p>
            <a:pPr lvl="1"/>
            <a:r>
              <a:rPr lang="en-DK" dirty="0"/>
              <a:t>Use this image for Deployment: </a:t>
            </a:r>
            <a:r>
              <a:rPr lang="en-GB" b="1" dirty="0" err="1"/>
              <a:t>hashicorp</a:t>
            </a:r>
            <a:r>
              <a:rPr lang="en-GB" b="1" dirty="0"/>
              <a:t>/http-echo </a:t>
            </a:r>
            <a:r>
              <a:rPr lang="en-GB" dirty="0"/>
              <a:t>(from </a:t>
            </a:r>
            <a:r>
              <a:rPr lang="en-GB" dirty="0" err="1"/>
              <a:t>DockerHub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Template the following:</a:t>
            </a:r>
          </a:p>
          <a:p>
            <a:pPr lvl="2"/>
            <a:r>
              <a:rPr lang="en-GB" dirty="0"/>
              <a:t>image tag</a:t>
            </a:r>
          </a:p>
          <a:p>
            <a:pPr lvl="2"/>
            <a:r>
              <a:rPr lang="en-GB" dirty="0"/>
              <a:t>text </a:t>
            </a:r>
            <a:r>
              <a:rPr lang="en-GB" dirty="0" err="1"/>
              <a:t>echo’ed</a:t>
            </a:r>
            <a:endParaRPr lang="en-GB" dirty="0"/>
          </a:p>
          <a:p>
            <a:pPr lvl="2"/>
            <a:r>
              <a:rPr lang="en-DK" dirty="0"/>
              <a:t>hostname</a:t>
            </a:r>
          </a:p>
          <a:p>
            <a:pPr marL="457200" lvl="1" indent="0">
              <a:buNone/>
            </a:pPr>
            <a:endParaRPr lang="en-DK" dirty="0"/>
          </a:p>
          <a:p>
            <a:r>
              <a:rPr lang="en-DK" dirty="0"/>
              <a:t>Tools:</a:t>
            </a:r>
          </a:p>
          <a:p>
            <a:pPr lvl="1"/>
            <a:r>
              <a:rPr lang="en-GB" dirty="0"/>
              <a:t>k</a:t>
            </a:r>
            <a:r>
              <a:rPr lang="en-DK" dirty="0"/>
              <a:t>ubectl &amp; helm</a:t>
            </a:r>
          </a:p>
          <a:p>
            <a:pPr lvl="1"/>
            <a:r>
              <a:rPr lang="en-DK" dirty="0"/>
              <a:t>VSCode + Kubernetes extension</a:t>
            </a:r>
          </a:p>
          <a:p>
            <a:endParaRPr lang="en-DK" dirty="0"/>
          </a:p>
          <a:p>
            <a:r>
              <a:rPr lang="en-DK" dirty="0"/>
              <a:t>Resources</a:t>
            </a:r>
          </a:p>
          <a:p>
            <a:pPr lvl="1"/>
            <a:r>
              <a:rPr lang="en-GB" dirty="0">
                <a:hlinkClick r:id="rId2"/>
              </a:rPr>
              <a:t>https://helm.sh/docs</a:t>
            </a:r>
            <a:endParaRPr lang="en-GB" dirty="0"/>
          </a:p>
          <a:p>
            <a:pPr lvl="1"/>
            <a:r>
              <a:rPr lang="en-GB" dirty="0">
                <a:hlinkClick r:id="rId3"/>
              </a:rPr>
              <a:t>https://github.com/Notalib/workshop-helm-chart-todo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209705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1015D-C4BE-6158-A6ED-E29BC4EEE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Assignment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37C84-46B7-3071-1514-6B8B152090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GB" dirty="0"/>
              <a:t>Workshop repo:</a:t>
            </a:r>
          </a:p>
          <a:p>
            <a:pPr lvl="1"/>
            <a:r>
              <a:rPr lang="en-GB" dirty="0">
                <a:hlinkClick r:id="rId3"/>
              </a:rPr>
              <a:t>https://github.com/Notalib/workshop-helm-chart-todo</a:t>
            </a:r>
            <a:r>
              <a:rPr lang="en-GB" dirty="0"/>
              <a:t> </a:t>
            </a:r>
          </a:p>
          <a:p>
            <a:pPr lvl="1"/>
            <a:r>
              <a:rPr lang="en-GB" dirty="0">
                <a:hlinkClick r:id="rId4"/>
              </a:rPr>
              <a:t>https://kb-dk.atlassian.net/wiki/x/B4BAUQ</a:t>
            </a:r>
            <a:br>
              <a:rPr lang="en-GB" dirty="0"/>
            </a:br>
            <a:endParaRPr lang="en-GB" dirty="0"/>
          </a:p>
          <a:p>
            <a:r>
              <a:rPr lang="en-GB" dirty="0"/>
              <a:t>Tasks:</a:t>
            </a:r>
          </a:p>
          <a:p>
            <a:pPr lvl="1"/>
            <a:r>
              <a:rPr lang="en-GB" dirty="0"/>
              <a:t>Implement the TODOs so the chart deploys a working gateway.</a:t>
            </a:r>
            <a:br>
              <a:rPr lang="en-GB" dirty="0"/>
            </a:br>
            <a:endParaRPr lang="en-GB" dirty="0"/>
          </a:p>
          <a:p>
            <a:r>
              <a:rPr lang="en-GB" dirty="0"/>
              <a:t>Must support:</a:t>
            </a:r>
          </a:p>
          <a:p>
            <a:pPr lvl="1"/>
            <a:r>
              <a:rPr lang="en-GB" dirty="0" err="1">
                <a:solidFill>
                  <a:srgbClr val="0074D9"/>
                </a:solidFill>
              </a:rPr>
              <a:t>api.enabled</a:t>
            </a:r>
            <a:r>
              <a:rPr lang="en-GB" dirty="0">
                <a:solidFill>
                  <a:srgbClr val="0074D9"/>
                </a:solidFill>
              </a:rPr>
              <a:t> </a:t>
            </a:r>
            <a:r>
              <a:rPr lang="en-GB" dirty="0"/>
              <a:t>toggles /</a:t>
            </a:r>
            <a:r>
              <a:rPr lang="en-GB" dirty="0" err="1"/>
              <a:t>api</a:t>
            </a:r>
            <a:r>
              <a:rPr lang="en-GB" dirty="0"/>
              <a:t> route</a:t>
            </a:r>
          </a:p>
          <a:p>
            <a:pPr lvl="1"/>
            <a:r>
              <a:rPr lang="en-GB" dirty="0" err="1">
                <a:solidFill>
                  <a:srgbClr val="0074D9"/>
                </a:solidFill>
              </a:rPr>
              <a:t>backend.port</a:t>
            </a:r>
            <a:r>
              <a:rPr lang="en-GB" dirty="0">
                <a:solidFill>
                  <a:srgbClr val="0074D9"/>
                </a:solidFill>
              </a:rPr>
              <a:t> </a:t>
            </a:r>
            <a:r>
              <a:rPr lang="en-GB" dirty="0"/>
              <a:t>controls where nginx proxies</a:t>
            </a:r>
          </a:p>
          <a:p>
            <a:pPr lvl="1"/>
            <a:r>
              <a:rPr lang="en-GB" dirty="0" err="1">
                <a:solidFill>
                  <a:srgbClr val="0074D9"/>
                </a:solidFill>
              </a:rPr>
              <a:t>backend.text</a:t>
            </a:r>
            <a:r>
              <a:rPr lang="en-GB" dirty="0">
                <a:solidFill>
                  <a:srgbClr val="0074D9"/>
                </a:solidFill>
              </a:rPr>
              <a:t> </a:t>
            </a:r>
            <a:r>
              <a:rPr lang="en-GB" dirty="0"/>
              <a:t>changes the /</a:t>
            </a:r>
            <a:r>
              <a:rPr lang="en-GB" dirty="0" err="1"/>
              <a:t>api</a:t>
            </a:r>
            <a:r>
              <a:rPr lang="en-GB" dirty="0"/>
              <a:t> response</a:t>
            </a:r>
          </a:p>
          <a:p>
            <a:pPr lvl="1"/>
            <a:r>
              <a:rPr lang="en-GB" dirty="0" err="1">
                <a:solidFill>
                  <a:srgbClr val="0074D9"/>
                </a:solidFill>
              </a:rPr>
              <a:t>replicaCount</a:t>
            </a:r>
            <a:r>
              <a:rPr lang="en-GB" dirty="0">
                <a:solidFill>
                  <a:srgbClr val="0074D9"/>
                </a:solidFill>
              </a:rPr>
              <a:t> </a:t>
            </a:r>
            <a:r>
              <a:rPr lang="en-GB" dirty="0"/>
              <a:t>affects number of pods</a:t>
            </a:r>
          </a:p>
          <a:p>
            <a:pPr lvl="1"/>
            <a:endParaRPr lang="en-GB" dirty="0"/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307067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26500-3CA6-9267-0FCC-356760BFB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Assignment details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8A090-A5CB-EB7C-C64C-2BA80114EB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32" y="1690688"/>
            <a:ext cx="10515600" cy="490928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/>
              <a:t>Working your way to a chart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helm lint ./gateway-chart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passes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helm template ./gateway-chart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renders valid YAML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highlight>
                  <a:srgbClr val="D6ECCB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helm upgrade --install &lt;release-name&gt; ./gateway-chart (-n &lt;namespace&gt;)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Should work after install:</a:t>
            </a:r>
          </a:p>
          <a:p>
            <a:pPr lvl="1"/>
            <a:r>
              <a:rPr lang="en-GB" b="1" dirty="0"/>
              <a:t>/</a:t>
            </a:r>
            <a:r>
              <a:rPr lang="en-GB" dirty="0"/>
              <a:t> returns gateway text</a:t>
            </a:r>
          </a:p>
          <a:p>
            <a:pPr lvl="1"/>
            <a:r>
              <a:rPr lang="en-GB" b="1" dirty="0"/>
              <a:t>/</a:t>
            </a:r>
            <a:r>
              <a:rPr lang="en-GB" b="1" dirty="0" err="1"/>
              <a:t>api</a:t>
            </a:r>
            <a:r>
              <a:rPr lang="en-GB" dirty="0"/>
              <a:t> returns backend text</a:t>
            </a:r>
          </a:p>
          <a:p>
            <a:pPr marL="0" indent="0">
              <a:buNone/>
            </a:pPr>
            <a:br>
              <a:rPr lang="en-GB" b="1" dirty="0"/>
            </a:br>
            <a:r>
              <a:rPr lang="en-GB" dirty="0"/>
              <a:t>Suggested flow</a:t>
            </a:r>
          </a:p>
          <a:p>
            <a:r>
              <a:rPr lang="en-GB" dirty="0"/>
              <a:t>Start with Deployment (pods running)</a:t>
            </a:r>
          </a:p>
          <a:p>
            <a:r>
              <a:rPr lang="en-GB" dirty="0"/>
              <a:t>Add </a:t>
            </a:r>
            <a:r>
              <a:rPr lang="en-GB" dirty="0" err="1"/>
              <a:t>ConfigMap</a:t>
            </a:r>
            <a:r>
              <a:rPr lang="en-GB" dirty="0"/>
              <a:t> mount (nginx starts)</a:t>
            </a:r>
          </a:p>
          <a:p>
            <a:r>
              <a:rPr lang="en-GB" dirty="0"/>
              <a:t>Add Service</a:t>
            </a:r>
          </a:p>
          <a:p>
            <a:r>
              <a:rPr lang="en-GB" dirty="0"/>
              <a:t>Add Ingress</a:t>
            </a:r>
          </a:p>
          <a:p>
            <a:r>
              <a:rPr lang="en-GB" dirty="0"/>
              <a:t>Then try to break &amp; fix the the gateway</a:t>
            </a:r>
          </a:p>
          <a:p>
            <a:endParaRPr lang="en-GB" dirty="0"/>
          </a:p>
          <a:p>
            <a:r>
              <a:rPr lang="en-GB" dirty="0"/>
              <a:t>Reference example:</a:t>
            </a:r>
          </a:p>
          <a:p>
            <a:pPr lvl="1"/>
            <a:r>
              <a:rPr lang="en-GB" dirty="0">
                <a:hlinkClick r:id="rId3"/>
              </a:rPr>
              <a:t>https://github.com/Notalib/devops-demo</a:t>
            </a:r>
            <a:r>
              <a:rPr lang="en-GB" dirty="0"/>
              <a:t> </a:t>
            </a:r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009271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0E0B8-9894-D5A6-4EF5-0DAE774C3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Chart repository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CBBF2-4BF8-9C65-B00E-C78AD78407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32" y="1690688"/>
            <a:ext cx="5481645" cy="4442517"/>
          </a:xfrm>
        </p:spPr>
        <p:txBody>
          <a:bodyPr/>
          <a:lstStyle/>
          <a:p>
            <a:r>
              <a:rPr lang="en-DK" dirty="0"/>
              <a:t>Chart reposity = App catalogue.</a:t>
            </a:r>
          </a:p>
          <a:p>
            <a:endParaRPr lang="en-DK" dirty="0"/>
          </a:p>
          <a:p>
            <a:r>
              <a:rPr lang="en-DK" dirty="0"/>
              <a:t>Chart is “built”, versioned and packaged to a zip file.</a:t>
            </a:r>
          </a:p>
          <a:p>
            <a:pPr lvl="1"/>
            <a:r>
              <a:rPr lang="en-DK" dirty="0"/>
              <a:t>Zip file is uploaded to repo and indexed by name and version.</a:t>
            </a:r>
          </a:p>
          <a:p>
            <a:endParaRPr lang="en-DK" dirty="0"/>
          </a:p>
          <a:p>
            <a:r>
              <a:rPr lang="en-DK" dirty="0"/>
              <a:t>Commands:</a:t>
            </a:r>
          </a:p>
          <a:p>
            <a:pPr lvl="1"/>
            <a:r>
              <a:rPr lang="en-GB" dirty="0">
                <a:solidFill>
                  <a:schemeClr val="bg2">
                    <a:lumMod val="25000"/>
                  </a:schemeClr>
                </a:solidFill>
                <a:highlight>
                  <a:srgbClr val="D6ECCB"/>
                </a:highlight>
              </a:rPr>
              <a:t>h</a:t>
            </a:r>
            <a:r>
              <a:rPr lang="en-DK" dirty="0">
                <a:solidFill>
                  <a:schemeClr val="bg2">
                    <a:lumMod val="25000"/>
                  </a:schemeClr>
                </a:solidFill>
                <a:highlight>
                  <a:srgbClr val="D6ECCB"/>
                </a:highlight>
              </a:rPr>
              <a:t>elm repo list</a:t>
            </a:r>
          </a:p>
          <a:p>
            <a:pPr lvl="1"/>
            <a:r>
              <a:rPr lang="en-DK" dirty="0">
                <a:solidFill>
                  <a:schemeClr val="bg2">
                    <a:lumMod val="25000"/>
                  </a:schemeClr>
                </a:solidFill>
                <a:highlight>
                  <a:srgbClr val="D6ECCB"/>
                </a:highlight>
              </a:rPr>
              <a:t>helm repo add notalib http://nota-ci.dbb.dk</a:t>
            </a:r>
          </a:p>
          <a:p>
            <a:pPr lvl="1"/>
            <a:r>
              <a:rPr lang="en-GB" dirty="0">
                <a:solidFill>
                  <a:schemeClr val="bg2">
                    <a:lumMod val="25000"/>
                  </a:schemeClr>
                </a:solidFill>
                <a:highlight>
                  <a:srgbClr val="D6ECCB"/>
                </a:highlight>
              </a:rPr>
              <a:t>h</a:t>
            </a:r>
            <a:r>
              <a:rPr lang="en-DK" dirty="0">
                <a:solidFill>
                  <a:schemeClr val="bg2">
                    <a:lumMod val="25000"/>
                  </a:schemeClr>
                </a:solidFill>
                <a:highlight>
                  <a:srgbClr val="D6ECCB"/>
                </a:highlight>
              </a:rPr>
              <a:t>elm search repo notalib</a:t>
            </a:r>
            <a:r>
              <a:rPr lang="en-DK" dirty="0">
                <a:solidFill>
                  <a:schemeClr val="bg2">
                    <a:lumMod val="25000"/>
                  </a:schemeClr>
                </a:solidFill>
              </a:rPr>
              <a:t> (--versions)</a:t>
            </a:r>
          </a:p>
        </p:txBody>
      </p:sp>
      <p:pic>
        <p:nvPicPr>
          <p:cNvPr id="4" name="Picture 2" descr="Intro to Helm Charts for Complete Beginners">
            <a:extLst>
              <a:ext uri="{FF2B5EF4-FFF2-40B4-BE49-F238E27FC236}">
                <a16:creationId xmlns:a16="http://schemas.microsoft.com/office/drawing/2014/main" id="{35F0F4FE-2DB8-E77F-40D8-69DFCB700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5058" y="1945034"/>
            <a:ext cx="5626942" cy="3367746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992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F562C-2C3C-71B0-4117-A919F179C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Helm install &amp; upgrade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43892-9DD4-210F-4818-374C9767E8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DK" dirty="0">
                <a:solidFill>
                  <a:schemeClr val="bg2">
                    <a:lumMod val="25000"/>
                  </a:schemeClr>
                </a:solidFill>
              </a:rPr>
              <a:t>Install &amp; upgrade</a:t>
            </a:r>
          </a:p>
          <a:p>
            <a:pPr lvl="1"/>
            <a:r>
              <a:rPr lang="en-GB" dirty="0">
                <a:solidFill>
                  <a:schemeClr val="bg2">
                    <a:lumMod val="25000"/>
                  </a:schemeClr>
                </a:solidFill>
                <a:highlight>
                  <a:srgbClr val="D6ECCB"/>
                </a:highlight>
              </a:rPr>
              <a:t>h</a:t>
            </a:r>
            <a:r>
              <a:rPr lang="en-DK" dirty="0">
                <a:solidFill>
                  <a:schemeClr val="bg2">
                    <a:lumMod val="25000"/>
                  </a:schemeClr>
                </a:solidFill>
                <a:highlight>
                  <a:srgbClr val="D6ECCB"/>
                </a:highlight>
              </a:rPr>
              <a:t>elm install &lt;release-name&gt; &lt;repo&gt;/&lt;chart-name&gt; -f my-values.yml --set a.value=b</a:t>
            </a:r>
          </a:p>
          <a:p>
            <a:pPr lvl="1"/>
            <a:r>
              <a:rPr lang="en-GB" dirty="0">
                <a:solidFill>
                  <a:schemeClr val="bg2">
                    <a:lumMod val="25000"/>
                  </a:schemeClr>
                </a:solidFill>
                <a:highlight>
                  <a:srgbClr val="D6ECCB"/>
                </a:highlight>
              </a:rPr>
              <a:t>h</a:t>
            </a:r>
            <a:r>
              <a:rPr lang="en-DK" dirty="0">
                <a:solidFill>
                  <a:schemeClr val="bg2">
                    <a:lumMod val="25000"/>
                  </a:schemeClr>
                </a:solidFill>
                <a:highlight>
                  <a:srgbClr val="D6ECCB"/>
                </a:highlight>
              </a:rPr>
              <a:t>elm upgrade &lt;release-name&gt; --reset-then-reuse-values --set a.value=c</a:t>
            </a:r>
          </a:p>
          <a:p>
            <a:endParaRPr lang="en-DK" dirty="0"/>
          </a:p>
          <a:p>
            <a:r>
              <a:rPr lang="en-DK" dirty="0"/>
              <a:t>History and rollback</a:t>
            </a:r>
          </a:p>
          <a:p>
            <a:pPr lvl="1"/>
            <a:r>
              <a:rPr lang="en-GB" dirty="0">
                <a:highlight>
                  <a:srgbClr val="D6ECCB"/>
                </a:highlight>
              </a:rPr>
              <a:t>h</a:t>
            </a:r>
            <a:r>
              <a:rPr lang="en-DK" dirty="0">
                <a:highlight>
                  <a:srgbClr val="D6ECCB"/>
                </a:highlight>
              </a:rPr>
              <a:t>elm history &lt;release-name&gt; -n &lt;namespace&gt;</a:t>
            </a:r>
          </a:p>
          <a:p>
            <a:pPr lvl="1"/>
            <a:r>
              <a:rPr lang="en-DK" dirty="0">
                <a:highlight>
                  <a:srgbClr val="D6ECCB"/>
                </a:highlight>
              </a:rPr>
              <a:t>helm rollback &lt;release-name&gt; &lt;id&gt;</a:t>
            </a:r>
          </a:p>
        </p:txBody>
      </p:sp>
    </p:spTree>
    <p:extLst>
      <p:ext uri="{BB962C8B-B14F-4D97-AF65-F5344CB8AC3E}">
        <p14:creationId xmlns:p14="http://schemas.microsoft.com/office/powerpoint/2010/main" val="1293772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2900C-8D1C-5997-D433-E29A99605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DT-DIT helm charts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9E383-E8F2-1433-4164-37A0E867E9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DK" dirty="0"/>
              <a:t>Let’s look at more complex examples</a:t>
            </a:r>
          </a:p>
          <a:p>
            <a:pPr lvl="1"/>
            <a:r>
              <a:rPr lang="en-DK" dirty="0"/>
              <a:t>BookCoverService</a:t>
            </a:r>
          </a:p>
          <a:p>
            <a:pPr lvl="1"/>
            <a:r>
              <a:rPr lang="en-DK" dirty="0"/>
              <a:t>ExamSystem</a:t>
            </a:r>
            <a:br>
              <a:rPr lang="en-DK" dirty="0"/>
            </a:br>
            <a:endParaRPr lang="en-DK" dirty="0"/>
          </a:p>
          <a:p>
            <a:r>
              <a:rPr lang="en-DK" dirty="0"/>
              <a:t>Common issues:</a:t>
            </a:r>
          </a:p>
          <a:p>
            <a:pPr lvl="1"/>
            <a:r>
              <a:rPr lang="en-DK" dirty="0"/>
              <a:t>New value broke my chart!</a:t>
            </a:r>
          </a:p>
          <a:p>
            <a:pPr lvl="1"/>
            <a:r>
              <a:rPr lang="en-DK" dirty="0"/>
              <a:t>Why does </a:t>
            </a:r>
            <a:r>
              <a:rPr lang="en-DK" dirty="0">
                <a:highlight>
                  <a:srgbClr val="D6ECCB"/>
                </a:highlight>
              </a:rPr>
              <a:t>helm upgrade</a:t>
            </a:r>
            <a:r>
              <a:rPr lang="en-DK" dirty="0"/>
              <a:t> not restart my app!?</a:t>
            </a:r>
          </a:p>
        </p:txBody>
      </p:sp>
    </p:spTree>
    <p:extLst>
      <p:ext uri="{BB962C8B-B14F-4D97-AF65-F5344CB8AC3E}">
        <p14:creationId xmlns:p14="http://schemas.microsoft.com/office/powerpoint/2010/main" val="3964154146"/>
      </p:ext>
    </p:extLst>
  </p:cSld>
  <p:clrMapOvr>
    <a:masterClrMapping/>
  </p:clrMapOvr>
</p:sld>
</file>

<file path=ppt/theme/theme1.xml><?xml version="1.0" encoding="utf-8"?>
<a:theme xmlns:a="http://schemas.openxmlformats.org/drawingml/2006/main" name="Start og slut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 Nota.pptx" id="{F0FBB5BE-0601-4BE8-BA7C-1355AB977626}" vid="{E7DE7D17-865D-423A-A261-B4C55B7D597A}"/>
    </a:ext>
  </a:extLst>
</a:theme>
</file>

<file path=ppt/theme/theme2.xml><?xml version="1.0" encoding="utf-8"?>
<a:theme xmlns:a="http://schemas.openxmlformats.org/drawingml/2006/main" name="Indhold">
  <a:themeElements>
    <a:clrScheme name="Nota">
      <a:dk1>
        <a:srgbClr val="383838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Nota.pptx" id="{F0FBB5BE-0601-4BE8-BA7C-1355AB977626}" vid="{81F92269-22DC-477F-91A0-1E1887A1027D}"/>
    </a:ext>
  </a:extLst>
</a:theme>
</file>

<file path=ppt/theme/theme3.xml><?xml version="1.0" encoding="utf-8"?>
<a:theme xmlns:a="http://schemas.openxmlformats.org/drawingml/2006/main" name="Indhold med undertitel">
  <a:themeElements>
    <a:clrScheme name="Nota">
      <a:dk1>
        <a:srgbClr val="383838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Nota.pptx" id="{F0FBB5BE-0601-4BE8-BA7C-1355AB977626}" vid="{81F92269-22DC-477F-91A0-1E1887A1027D}"/>
    </a:ext>
  </a:extLst>
</a:theme>
</file>

<file path=ppt/theme/theme4.xml><?xml version="1.0" encoding="utf-8"?>
<a:theme xmlns:a="http://schemas.openxmlformats.org/drawingml/2006/main" name="Pause og overgange">
  <a:themeElements>
    <a:clrScheme name="Nota 2">
      <a:dk1>
        <a:srgbClr val="383838"/>
      </a:dk1>
      <a:lt1>
        <a:srgbClr val="FFFFFF"/>
      </a:lt1>
      <a:dk2>
        <a:srgbClr val="44546A"/>
      </a:dk2>
      <a:lt2>
        <a:srgbClr val="E7E6E6"/>
      </a:lt2>
      <a:accent1>
        <a:srgbClr val="0074D9"/>
      </a:accent1>
      <a:accent2>
        <a:srgbClr val="C54D02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Nota</Template>
  <TotalTime>54386</TotalTime>
  <Words>871</Words>
  <Application>Microsoft Macintosh PowerPoint</Application>
  <PresentationFormat>Widescreen</PresentationFormat>
  <Paragraphs>152</Paragraphs>
  <Slides>17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Arial</vt:lpstr>
      <vt:lpstr>Calibri</vt:lpstr>
      <vt:lpstr>Calibri Light</vt:lpstr>
      <vt:lpstr>Consolas</vt:lpstr>
      <vt:lpstr>Courier New</vt:lpstr>
      <vt:lpstr>Public Sans</vt:lpstr>
      <vt:lpstr>Times New Roman</vt:lpstr>
      <vt:lpstr>Wingdings</vt:lpstr>
      <vt:lpstr>Start og slut</vt:lpstr>
      <vt:lpstr>Indhold</vt:lpstr>
      <vt:lpstr>Indhold med undertitel</vt:lpstr>
      <vt:lpstr>Pause og overgange</vt:lpstr>
      <vt:lpstr>PowerPoint Presentation</vt:lpstr>
      <vt:lpstr>PowerPoint Presentation</vt:lpstr>
      <vt:lpstr>PowerPoint Presentation</vt:lpstr>
      <vt:lpstr>Helm charts</vt:lpstr>
      <vt:lpstr>What problem does it solve?</vt:lpstr>
      <vt:lpstr>Helm chart – Structure</vt:lpstr>
      <vt:lpstr>Helm chart – Basics</vt:lpstr>
      <vt:lpstr>How templating works</vt:lpstr>
      <vt:lpstr>What helm does on install</vt:lpstr>
      <vt:lpstr>Helm features</vt:lpstr>
      <vt:lpstr>PowerPoint Presentation</vt:lpstr>
      <vt:lpstr>Let’s write a helm chart!</vt:lpstr>
      <vt:lpstr>Assignment</vt:lpstr>
      <vt:lpstr>Assignment details</vt:lpstr>
      <vt:lpstr>Chart repository</vt:lpstr>
      <vt:lpstr>Helm install &amp; upgrade</vt:lpstr>
      <vt:lpstr>DT-DIT helm charts</vt:lpstr>
    </vt:vector>
  </TitlesOfParts>
  <Company>Statens 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Henrik Østergaard</dc:creator>
  <cp:lastModifiedBy>Daniel Freiling</cp:lastModifiedBy>
  <cp:revision>220</cp:revision>
  <dcterms:created xsi:type="dcterms:W3CDTF">2021-06-21T11:45:03Z</dcterms:created>
  <dcterms:modified xsi:type="dcterms:W3CDTF">2026-08-14T08:33:07Z</dcterms:modified>
</cp:coreProperties>
</file>